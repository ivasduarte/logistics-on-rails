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comments/modernComment_127_0.xml" ContentType="application/vnd.ms-powerpoint.comments+xml"/>
  <Override PartName="/ppt/comments/modernComment_199_E8DB507.xml" ContentType="application/vnd.ms-powerpoint.comments+xml"/>
  <Override PartName="/ppt/comments/modernComment_194_F8C0A913.xml" ContentType="application/vnd.ms-powerpoint.comments+xml"/>
  <Override PartName="/ppt/comments/modernComment_19E_28E9E7A1.xml" ContentType="application/vnd.ms-powerpoint.comments+xml"/>
  <Override PartName="/ppt/comments/modernComment_196_73C95D57.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modernComment_197_300F0B25.xml" ContentType="application/vnd.ms-powerpoint.comment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modernComment_19B_4BDE2BB0.xml" ContentType="application/vnd.ms-powerpoint.comments+xml"/>
  <Override PartName="/ppt/comments/modernComment_19A_18A78E8B.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20"/>
  </p:notesMasterIdLst>
  <p:sldIdLst>
    <p:sldId id="295" r:id="rId5"/>
    <p:sldId id="409" r:id="rId6"/>
    <p:sldId id="404" r:id="rId7"/>
    <p:sldId id="414" r:id="rId8"/>
    <p:sldId id="406" r:id="rId9"/>
    <p:sldId id="407" r:id="rId10"/>
    <p:sldId id="408" r:id="rId11"/>
    <p:sldId id="411" r:id="rId12"/>
    <p:sldId id="410" r:id="rId13"/>
    <p:sldId id="412" r:id="rId14"/>
    <p:sldId id="415" r:id="rId15"/>
    <p:sldId id="398" r:id="rId16"/>
    <p:sldId id="413" r:id="rId17"/>
    <p:sldId id="405" r:id="rId18"/>
    <p:sldId id="387" r:id="rId19"/>
  </p:sldIdLst>
  <p:sldSz cx="9906000" cy="6858000" type="A4"/>
  <p:notesSz cx="6858000" cy="9144000"/>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C1A558A-D303-65E2-8988-E9D20194D4E8}" name="Ana Barata" initials="AB" userId="S::abt@isep.ipp.pt::5b353bcc-9c20-4dd6-9ceb-f15a7e5b320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5432"/>
    <a:srgbClr val="404040"/>
    <a:srgbClr val="7F7F7F"/>
    <a:srgbClr val="FF8600"/>
    <a:srgbClr val="FF6600"/>
    <a:srgbClr val="5B5B5B"/>
    <a:srgbClr val="7F7F9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A328A-AB61-461B-A1A9-D9AE1991A846}" v="1" dt="2025-11-23T23:08:09.4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12C8C85-51F0-491E-9774-3900AFEF0FD7}" styleName="Estilo Claro 2 - Destaque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68D230F3-CF80-4859-8CE7-A43EE81993B5}" styleName="Estilo Claro 1 - Destaqu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38B1855-1B75-4FBE-930C-398BA8C253C6}" styleName="Estilo com Tema 2 - Destaque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2DE63D5-997A-4646-A377-4702673A728D}" styleName="Estilo Claro 2 - Destaque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3296810-A885-4BE3-A3E7-6D5BEEA58F35}" styleName="Estilo Médio 2 - Destaqu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71" autoAdjust="0"/>
    <p:restoredTop sz="94310" autoAdjust="0"/>
  </p:normalViewPr>
  <p:slideViewPr>
    <p:cSldViewPr>
      <p:cViewPr varScale="1">
        <p:scale>
          <a:sx n="74" d="100"/>
          <a:sy n="74" d="100"/>
        </p:scale>
        <p:origin x="816" y="62"/>
      </p:cViewPr>
      <p:guideLst>
        <p:guide orient="horz" pos="2160"/>
        <p:guide pos="3120"/>
      </p:guideLst>
    </p:cSldViewPr>
  </p:slideViewPr>
  <p:outlineViewPr>
    <p:cViewPr>
      <p:scale>
        <a:sx n="33" d="100"/>
        <a:sy n="33" d="100"/>
      </p:scale>
      <p:origin x="0" y="0"/>
    </p:cViewPr>
  </p:outlineViewPr>
  <p:notesTextViewPr>
    <p:cViewPr>
      <p:scale>
        <a:sx n="100" d="100"/>
        <a:sy n="100" d="100"/>
      </p:scale>
      <p:origin x="0" y="0"/>
    </p:cViewPr>
  </p:notesTextViewPr>
  <p:gridSpacing cx="45005" cy="45005"/>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ogo Silva" userId="2a52c7efdf56790c" providerId="LiveId" clId="{C5AB9241-1DF5-4D1A-A14E-CC9DD3B62124}"/>
    <pc:docChg chg="addSld delSld modSld">
      <pc:chgData name="Diogo Silva" userId="2a52c7efdf56790c" providerId="LiveId" clId="{C5AB9241-1DF5-4D1A-A14E-CC9DD3B62124}" dt="2025-11-24T12:40:19.051" v="7" actId="27918"/>
      <pc:docMkLst>
        <pc:docMk/>
      </pc:docMkLst>
      <pc:sldChg chg="mod">
        <pc:chgData name="Diogo Silva" userId="2a52c7efdf56790c" providerId="LiveId" clId="{C5AB9241-1DF5-4D1A-A14E-CC9DD3B62124}" dt="2025-11-24T12:40:19.051" v="7" actId="27918"/>
        <pc:sldMkLst>
          <pc:docMk/>
          <pc:sldMk cId="806292261" sldId="407"/>
        </pc:sldMkLst>
      </pc:sldChg>
      <pc:sldChg chg="add del">
        <pc:chgData name="Diogo Silva" userId="2a52c7efdf56790c" providerId="LiveId" clId="{C5AB9241-1DF5-4D1A-A14E-CC9DD3B62124}" dt="2025-11-23T23:08:11.739" v="1" actId="47"/>
        <pc:sldMkLst>
          <pc:docMk/>
          <pc:sldMk cId="3621787753" sldId="416"/>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pt-PT"/>
  <c:roundedCorners val="0"/>
  <mc:AlternateContent xmlns:mc="http://schemas.openxmlformats.org/markup-compatibility/2006">
    <mc:Choice xmlns:c14="http://schemas.microsoft.com/office/drawing/2007/8/2/chart" Requires="c14">
      <c14:style val="108"/>
    </mc:Choice>
    <mc:Fallback>
      <c:style val="8"/>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pt-PT" b="1" dirty="0"/>
              <a:t>Contribuição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pt-PT"/>
        </a:p>
      </c:txPr>
    </c:title>
    <c:autoTitleDeleted val="0"/>
    <c:plotArea>
      <c:layout/>
      <c:barChart>
        <c:barDir val="col"/>
        <c:grouping val="clustered"/>
        <c:varyColors val="0"/>
        <c:ser>
          <c:idx val="0"/>
          <c:order val="0"/>
          <c:tx>
            <c:strRef>
              <c:f>Folha1!$B$1</c:f>
              <c:strCache>
                <c:ptCount val="1"/>
                <c:pt idx="0">
                  <c:v>Contribuição (%)</c:v>
                </c:pt>
              </c:strCache>
            </c:strRef>
          </c:tx>
          <c:spPr>
            <a:solidFill>
              <a:schemeClr val="accent6"/>
            </a:solidFill>
            <a:ln>
              <a:noFill/>
            </a:ln>
            <a:effectLst/>
          </c:spPr>
          <c:invertIfNegative val="0"/>
          <c:cat>
            <c:strRef>
              <c:f>Folha1!$A$2:$A$5</c:f>
              <c:strCache>
                <c:ptCount val="4"/>
                <c:pt idx="0">
                  <c:v>João Ferreira</c:v>
                </c:pt>
                <c:pt idx="1">
                  <c:v>Iva Silva</c:v>
                </c:pt>
                <c:pt idx="2">
                  <c:v>Diogo Silva</c:v>
                </c:pt>
                <c:pt idx="3">
                  <c:v>Gonçalo Tavares</c:v>
                </c:pt>
              </c:strCache>
            </c:strRef>
          </c:cat>
          <c:val>
            <c:numRef>
              <c:f>Folha1!$B$2:$B$5</c:f>
              <c:numCache>
                <c:formatCode>General</c:formatCode>
                <c:ptCount val="4"/>
                <c:pt idx="0">
                  <c:v>25</c:v>
                </c:pt>
                <c:pt idx="1">
                  <c:v>25</c:v>
                </c:pt>
                <c:pt idx="2">
                  <c:v>25</c:v>
                </c:pt>
                <c:pt idx="3">
                  <c:v>25</c:v>
                </c:pt>
              </c:numCache>
            </c:numRef>
          </c:val>
          <c:extLst>
            <c:ext xmlns:c16="http://schemas.microsoft.com/office/drawing/2014/chart" uri="{C3380CC4-5D6E-409C-BE32-E72D297353CC}">
              <c16:uniqueId val="{00000000-0486-4A64-B307-80E9A3590427}"/>
            </c:ext>
          </c:extLst>
        </c:ser>
        <c:dLbls>
          <c:showLegendKey val="0"/>
          <c:showVal val="0"/>
          <c:showCatName val="0"/>
          <c:showSerName val="0"/>
          <c:showPercent val="0"/>
          <c:showBubbleSize val="0"/>
        </c:dLbls>
        <c:gapWidth val="219"/>
        <c:overlap val="-27"/>
        <c:axId val="691907944"/>
        <c:axId val="691902368"/>
      </c:barChart>
      <c:catAx>
        <c:axId val="6919079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1902368"/>
        <c:crosses val="autoZero"/>
        <c:auto val="1"/>
        <c:lblAlgn val="ctr"/>
        <c:lblOffset val="100"/>
        <c:noMultiLvlLbl val="0"/>
      </c:catAx>
      <c:valAx>
        <c:axId val="691902368"/>
        <c:scaling>
          <c:orientation val="minMax"/>
          <c:max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190794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pt-PT"/>
  <c:roundedCorners val="0"/>
  <mc:AlternateContent xmlns:mc="http://schemas.openxmlformats.org/markup-compatibility/2006">
    <mc:Choice xmlns:c14="http://schemas.microsoft.com/office/drawing/2007/8/2/chart" Requires="c14">
      <c14:style val="108"/>
    </mc:Choice>
    <mc:Fallback>
      <c:style val="8"/>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pt-PT" dirty="0"/>
              <a:t>User Stories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Folha1!$B$1</c:f>
              <c:strCache>
                <c:ptCount val="1"/>
                <c:pt idx="0">
                  <c:v>Componente</c:v>
                </c:pt>
              </c:strCache>
            </c:strRef>
          </c:tx>
          <c:dPt>
            <c:idx val="0"/>
            <c:bubble3D val="0"/>
            <c:spPr>
              <a:solidFill>
                <a:schemeClr val="accent6">
                  <a:tint val="58000"/>
                </a:schemeClr>
              </a:solidFill>
              <a:ln w="19050">
                <a:solidFill>
                  <a:schemeClr val="lt1"/>
                </a:solidFill>
              </a:ln>
              <a:effectLst/>
            </c:spPr>
            <c:extLst>
              <c:ext xmlns:c16="http://schemas.microsoft.com/office/drawing/2014/chart" uri="{C3380CC4-5D6E-409C-BE32-E72D297353CC}">
                <c16:uniqueId val="{00000001-0D5E-44D3-AE05-D0CC3596364F}"/>
              </c:ext>
            </c:extLst>
          </c:dPt>
          <c:dPt>
            <c:idx val="1"/>
            <c:bubble3D val="0"/>
            <c:spPr>
              <a:solidFill>
                <a:schemeClr val="accent6">
                  <a:tint val="86000"/>
                </a:schemeClr>
              </a:solidFill>
              <a:ln w="19050">
                <a:solidFill>
                  <a:schemeClr val="lt1"/>
                </a:solidFill>
              </a:ln>
              <a:effectLst/>
            </c:spPr>
            <c:extLst>
              <c:ext xmlns:c16="http://schemas.microsoft.com/office/drawing/2014/chart" uri="{C3380CC4-5D6E-409C-BE32-E72D297353CC}">
                <c16:uniqueId val="{00000003-0D5E-44D3-AE05-D0CC3596364F}"/>
              </c:ext>
            </c:extLst>
          </c:dPt>
          <c:dPt>
            <c:idx val="2"/>
            <c:bubble3D val="0"/>
            <c:spPr>
              <a:solidFill>
                <a:schemeClr val="accent6">
                  <a:shade val="86000"/>
                </a:schemeClr>
              </a:solidFill>
              <a:ln w="19050">
                <a:solidFill>
                  <a:schemeClr val="lt1"/>
                </a:solidFill>
              </a:ln>
              <a:effectLst/>
            </c:spPr>
            <c:extLst>
              <c:ext xmlns:c16="http://schemas.microsoft.com/office/drawing/2014/chart" uri="{C3380CC4-5D6E-409C-BE32-E72D297353CC}">
                <c16:uniqueId val="{00000005-0D5E-44D3-AE05-D0CC3596364F}"/>
              </c:ext>
            </c:extLst>
          </c:dPt>
          <c:dPt>
            <c:idx val="3"/>
            <c:bubble3D val="0"/>
            <c:spPr>
              <a:solidFill>
                <a:schemeClr val="accent6">
                  <a:shade val="58000"/>
                </a:schemeClr>
              </a:solidFill>
              <a:ln w="19050">
                <a:solidFill>
                  <a:schemeClr val="lt1"/>
                </a:solidFill>
              </a:ln>
              <a:effectLst/>
            </c:spPr>
            <c:extLst>
              <c:ext xmlns:c16="http://schemas.microsoft.com/office/drawing/2014/chart" uri="{C3380CC4-5D6E-409C-BE32-E72D297353CC}">
                <c16:uniqueId val="{00000007-0D5E-44D3-AE05-D0CC3596364F}"/>
              </c:ext>
            </c:extLst>
          </c:dPt>
          <c:cat>
            <c:strRef>
              <c:f>Folha1!$A$2:$A$4</c:f>
              <c:strCache>
                <c:ptCount val="3"/>
                <c:pt idx="0">
                  <c:v>ESINF</c:v>
                </c:pt>
                <c:pt idx="1">
                  <c:v>BDDAD</c:v>
                </c:pt>
                <c:pt idx="2">
                  <c:v>LAPR3</c:v>
                </c:pt>
              </c:strCache>
            </c:strRef>
          </c:cat>
          <c:val>
            <c:numRef>
              <c:f>Folha1!$B$2:$B$4</c:f>
              <c:numCache>
                <c:formatCode>General</c:formatCode>
                <c:ptCount val="3"/>
                <c:pt idx="0">
                  <c:v>3.33</c:v>
                </c:pt>
                <c:pt idx="1">
                  <c:v>4.67</c:v>
                </c:pt>
                <c:pt idx="2">
                  <c:v>2</c:v>
                </c:pt>
              </c:numCache>
            </c:numRef>
          </c:val>
          <c:extLst>
            <c:ext xmlns:c16="http://schemas.microsoft.com/office/drawing/2014/chart" uri="{C3380CC4-5D6E-409C-BE32-E72D297353CC}">
              <c16:uniqueId val="{00000000-A2C6-47B5-9769-0633602DAAC3}"/>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0.32479451847365232"/>
          <c:y val="0.92143353108468107"/>
          <c:w val="0.35041081162931559"/>
          <c:h val="5.5489547585588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9">
  <a:schemeClr val="accent6"/>
</cs:colorStyle>
</file>

<file path=ppt/charts/colors2.xml><?xml version="1.0" encoding="utf-8"?>
<cs:colorStyle xmlns:cs="http://schemas.microsoft.com/office/drawing/2012/chartStyle" xmlns:a="http://schemas.openxmlformats.org/drawingml/2006/main" meth="withinLinearReversed" id="26">
  <a:schemeClr val="accent6"/>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19A_18A78E8B.xml><?xml version="1.0" encoding="utf-8"?>
<p188:cmLst xmlns:a="http://schemas.openxmlformats.org/drawingml/2006/main" xmlns:r="http://schemas.openxmlformats.org/officeDocument/2006/relationships" xmlns:p188="http://schemas.microsoft.com/office/powerpoint/2018/8/main">
  <p188:cm id="{C8F11B5E-A96B-481B-8CB0-A7B8AF14F672}" authorId="{6C1A558A-D303-65E2-8988-E9D20194D4E8}" created="2024-10-22T15:32:15.800">
    <pc:sldMkLst xmlns:pc="http://schemas.microsoft.com/office/powerpoint/2013/main/command">
      <pc:docMk/>
      <pc:sldMk cId="413634187" sldId="410"/>
    </pc:sldMkLst>
    <p188:txBody>
      <a:bodyPr/>
      <a:lstStyle/>
      <a:p>
        <a:r>
          <a:rPr lang="en-GB"/>
          <a:t>To analyse the information registered on the board, from issues to daily meetings, and each team member's performance, and compare it with your own perspective.</a:t>
        </a:r>
      </a:p>
    </p188:txBody>
  </p188:cm>
</p188:cmLst>
</file>

<file path=ppt/comments/modernComment_19B_4BDE2BB0.xml><?xml version="1.0" encoding="utf-8"?>
<p188:cmLst xmlns:a="http://schemas.openxmlformats.org/drawingml/2006/main" xmlns:r="http://schemas.openxmlformats.org/officeDocument/2006/relationships" xmlns:p188="http://schemas.microsoft.com/office/powerpoint/2018/8/main">
  <p188:cm id="{A070780B-DB84-4A97-8599-8F8407629B8F}" authorId="{6C1A558A-D303-65E2-8988-E9D20194D4E8}" created="2024-10-22T15:31:18.767">
    <pc:sldMkLst xmlns:pc="http://schemas.microsoft.com/office/powerpoint/2013/main/command">
      <pc:docMk/>
      <pc:sldMk cId="1272851376" sldId="411"/>
    </pc:sldMkLst>
    <p188:txBody>
      <a:bodyPr/>
      <a:lstStyle/>
      <a:p>
        <a:r>
          <a:rPr lang="en-GB"/>
          <a:t>Register the dates of each daily and the attendees</a:t>
        </a:r>
      </a:p>
    </p188:txBody>
  </p188:cm>
</p188:cmLst>
</file>

<file path=ppt/comments/modernComment_19E_28E9E7A1.xml><?xml version="1.0" encoding="utf-8"?>
<p188:cmLst xmlns:a="http://schemas.openxmlformats.org/drawingml/2006/main" xmlns:r="http://schemas.openxmlformats.org/officeDocument/2006/relationships" xmlns:p188="http://schemas.microsoft.com/office/powerpoint/2018/8/main">
  <p188:cm id="{4146D92A-ACAE-4B3A-B838-25F759B27F7B}" authorId="{6C1A558A-D303-65E2-8988-E9D20194D4E8}" created="2024-10-22T15:29:00.575">
    <pc:sldMkLst xmlns:pc="http://schemas.microsoft.com/office/powerpoint/2013/main/command">
      <pc:docMk/>
      <pc:sldMk cId="4173375763" sldId="404"/>
    </pc:sldMkLst>
    <p188:txBody>
      <a:bodyPr/>
      <a:lstStyle/>
      <a:p>
        <a:r>
          <a:rPr lang="en-GB"/>
          <a:t>Duplicate this slide as many times as you need. This information must be taken from the Project Board and correspond to the  real number of assigned US.</a:t>
        </a:r>
      </a:p>
    </p188:txBody>
  </p188:cm>
</p188:cmLst>
</file>

<file path=ppt/comments/modernComment_127_0.xml><?xml version="1.0" encoding="utf-8"?>
<p188:cmLst xmlns:a="http://schemas.openxmlformats.org/drawingml/2006/main" xmlns:r="http://schemas.openxmlformats.org/officeDocument/2006/relationships" xmlns:p188="http://schemas.microsoft.com/office/powerpoint/2018/8/main">
  <p188:cm id="{5A05288D-53D7-4485-9EC0-C6B72816DB2A}" authorId="{6C1A558A-D303-65E2-8988-E9D20194D4E8}" created="2024-10-22T15:29:55.765">
    <pc:sldMkLst xmlns:pc="http://schemas.microsoft.com/office/powerpoint/2013/main/command">
      <pc:docMk/>
      <pc:sldMk cId="0" sldId="295"/>
    </pc:sldMkLst>
    <p188:txBody>
      <a:bodyPr/>
      <a:lstStyle/>
      <a:p>
        <a:r>
          <a:rPr lang="en-US"/>
          <a:t>Team and SPrint identification</a:t>
        </a:r>
      </a:p>
    </p188:txBody>
  </p188:cm>
</p188:cmLst>
</file>

<file path=ppt/comments/modernComment_194_F8C0A913.xml><?xml version="1.0" encoding="utf-8"?>
<p188:cmLst xmlns:a="http://schemas.openxmlformats.org/drawingml/2006/main" xmlns:r="http://schemas.openxmlformats.org/officeDocument/2006/relationships" xmlns:p188="http://schemas.microsoft.com/office/powerpoint/2018/8/main">
  <p188:cm id="{0B49A45F-1BB2-4EE9-9AC3-E3FE75BDA40D}" authorId="{6C1A558A-D303-65E2-8988-E9D20194D4E8}" created="2024-10-22T15:29:00.575">
    <pc:sldMkLst xmlns:pc="http://schemas.microsoft.com/office/powerpoint/2013/main/command">
      <pc:docMk/>
      <pc:sldMk cId="4173375763" sldId="404"/>
    </pc:sldMkLst>
    <p188:txBody>
      <a:bodyPr/>
      <a:lstStyle/>
      <a:p>
        <a:r>
          <a:rPr lang="en-GB"/>
          <a:t>Duplicate this slide as many times as you need. This information must be taken from the Project Board and correspond to the  real number of assigned US.</a:t>
        </a:r>
      </a:p>
    </p188:txBody>
  </p188:cm>
</p188:cmLst>
</file>

<file path=ppt/comments/modernComment_196_73C95D57.xml><?xml version="1.0" encoding="utf-8"?>
<p188:cmLst xmlns:a="http://schemas.openxmlformats.org/drawingml/2006/main" xmlns:r="http://schemas.openxmlformats.org/officeDocument/2006/relationships" xmlns:p188="http://schemas.microsoft.com/office/powerpoint/2018/8/main">
  <p188:cm id="{33B10A50-E342-46B1-8A21-69A1F6A00AA6}" authorId="{6C1A558A-D303-65E2-8988-E9D20194D4E8}" created="2024-10-22T15:28:37.653">
    <pc:sldMkLst xmlns:pc="http://schemas.microsoft.com/office/powerpoint/2013/main/command">
      <pc:docMk/>
      <pc:sldMk cId="1942576471" sldId="406"/>
    </pc:sldMkLst>
    <p188:txBody>
      <a:bodyPr/>
      <a:lstStyle/>
      <a:p>
        <a:r>
          <a:rPr lang="en-GB"/>
          <a:t>Este gráfico é apenas um exemplo. 
Devem retirar a informação a partir do menu "insights" no vosso repositório.
Formatem um tipo de gráfico que permita expor o número de tarefas atribuídas e executadas por cada elemento da equipa. Podem incluir todos os elementos, mesmo os que não estão em LAPR3.</a:t>
        </a:r>
      </a:p>
    </p188:txBody>
  </p188:cm>
</p188:cmLst>
</file>

<file path=ppt/comments/modernComment_197_300F0B25.xml><?xml version="1.0" encoding="utf-8"?>
<p188:cmLst xmlns:a="http://schemas.openxmlformats.org/drawingml/2006/main" xmlns:r="http://schemas.openxmlformats.org/officeDocument/2006/relationships" xmlns:p188="http://schemas.microsoft.com/office/powerpoint/2018/8/main">
  <p188:cm id="{98DB55F9-AD37-4F54-B79F-128CDD8B7F4B}" authorId="{6C1A558A-D303-65E2-8988-E9D20194D4E8}" created="2024-10-22T15:30:53.219">
    <pc:sldMkLst xmlns:pc="http://schemas.microsoft.com/office/powerpoint/2013/main/command">
      <pc:docMk/>
      <pc:sldMk cId="806292261" sldId="407"/>
    </pc:sldMkLst>
    <p188:txBody>
      <a:bodyPr/>
      <a:lstStyle/>
      <a:p>
        <a:r>
          <a:rPr lang="en-US"/>
          <a:t>May be created using the data from the board - workoad in each component from each team member.</a:t>
        </a:r>
      </a:p>
    </p188:txBody>
  </p188:cm>
</p188:cmLst>
</file>

<file path=ppt/comments/modernComment_199_E8DB507.xml><?xml version="1.0" encoding="utf-8"?>
<p188:cmLst xmlns:a="http://schemas.openxmlformats.org/drawingml/2006/main" xmlns:r="http://schemas.openxmlformats.org/officeDocument/2006/relationships" xmlns:p188="http://schemas.microsoft.com/office/powerpoint/2018/8/main">
  <p188:cm id="{43E5A7E4-8301-4D04-B856-08C35D122170}" authorId="{6C1A558A-D303-65E2-8988-E9D20194D4E8}" created="2024-10-22T15:29:25.154">
    <pc:sldMkLst xmlns:pc="http://schemas.microsoft.com/office/powerpoint/2013/main/command">
      <pc:docMk/>
      <pc:sldMk cId="244167943" sldId="409"/>
    </pc:sldMkLst>
    <p188:txBody>
      <a:bodyPr/>
      <a:lstStyle/>
      <a:p>
        <a:r>
          <a:rPr lang="en-US"/>
          <a:t>According to the information in the board/repository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pt-PT"/>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D8AA918-AAAF-A948-AD9D-7282A6CA6554}" type="datetimeFigureOut">
              <a:rPr lang="en-US" smtClean="0"/>
              <a:pPr/>
              <a:t>11/24/2025</a:t>
            </a:fld>
            <a:endParaRPr lang="pt-PT"/>
          </a:p>
        </p:txBody>
      </p:sp>
      <p:sp>
        <p:nvSpPr>
          <p:cNvPr id="4" name="Slide Image Placeholder 3"/>
          <p:cNvSpPr>
            <a:spLocks noGrp="1" noRot="1" noChangeAspect="1"/>
          </p:cNvSpPr>
          <p:nvPr>
            <p:ph type="sldImg" idx="2"/>
          </p:nvPr>
        </p:nvSpPr>
        <p:spPr>
          <a:xfrm>
            <a:off x="952500" y="685800"/>
            <a:ext cx="4953000" cy="3429000"/>
          </a:xfrm>
          <a:prstGeom prst="rect">
            <a:avLst/>
          </a:prstGeom>
          <a:noFill/>
          <a:ln w="12700">
            <a:solidFill>
              <a:prstClr val="black"/>
            </a:solidFill>
          </a:ln>
        </p:spPr>
        <p:txBody>
          <a:bodyPr vert="horz" lIns="91440" tIns="45720" rIns="91440" bIns="45720" rtlCol="0" anchor="ctr"/>
          <a:lstStyle/>
          <a:p>
            <a:endParaRPr lang="pt-PT"/>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pt-PT"/>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C1B708B-99F0-4F4A-8995-6044E0FFF0C7}" type="slidenum">
              <a:rPr lang="pt-PT" smtClean="0"/>
              <a:pPr/>
              <a:t>‹nº›</a:t>
            </a:fld>
            <a:endParaRPr lang="pt-PT"/>
          </a:p>
        </p:txBody>
      </p:sp>
    </p:spTree>
    <p:extLst>
      <p:ext uri="{BB962C8B-B14F-4D97-AF65-F5344CB8AC3E}">
        <p14:creationId xmlns:p14="http://schemas.microsoft.com/office/powerpoint/2010/main" val="2564209307"/>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Só título">
    <p:spTree>
      <p:nvGrpSpPr>
        <p:cNvPr id="1" name="Shape 14"/>
        <p:cNvGrpSpPr/>
        <p:nvPr/>
      </p:nvGrpSpPr>
      <p:grpSpPr>
        <a:xfrm>
          <a:off x="0" y="0"/>
          <a:ext cx="0" cy="0"/>
          <a:chOff x="0" y="0"/>
          <a:chExt cx="0" cy="0"/>
        </a:xfrm>
      </p:grpSpPr>
      <p:sp>
        <p:nvSpPr>
          <p:cNvPr id="2" name="Retângulo 1">
            <a:extLst>
              <a:ext uri="{FF2B5EF4-FFF2-40B4-BE49-F238E27FC236}">
                <a16:creationId xmlns:a16="http://schemas.microsoft.com/office/drawing/2014/main" id="{E3986928-2F1A-05D5-49A7-ECF44F7E6983}"/>
              </a:ext>
            </a:extLst>
          </p:cNvPr>
          <p:cNvSpPr/>
          <p:nvPr userDrawn="1"/>
        </p:nvSpPr>
        <p:spPr>
          <a:xfrm>
            <a:off x="1" y="1093304"/>
            <a:ext cx="9906000" cy="5764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solidFill>
                <a:schemeClr val="bg1"/>
              </a:solidFill>
            </a:endParaRPr>
          </a:p>
        </p:txBody>
      </p:sp>
      <p:sp>
        <p:nvSpPr>
          <p:cNvPr id="15" name="Shape 15"/>
          <p:cNvSpPr txBox="1">
            <a:spLocks noGrp="1"/>
          </p:cNvSpPr>
          <p:nvPr>
            <p:ph type="title"/>
          </p:nvPr>
        </p:nvSpPr>
        <p:spPr>
          <a:xfrm>
            <a:off x="414000" y="4000503"/>
            <a:ext cx="8182338"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4000" b="0" i="0" u="none" strike="noStrike" cap="none">
                <a:solidFill>
                  <a:srgbClr val="A5ABB0"/>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16" name="Shape 16"/>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Tree>
    <p:extLst>
      <p:ext uri="{BB962C8B-B14F-4D97-AF65-F5344CB8AC3E}">
        <p14:creationId xmlns:p14="http://schemas.microsoft.com/office/powerpoint/2010/main" val="871060492"/>
      </p:ext>
    </p:extLst>
  </p:cSld>
  <p:clrMapOvr>
    <a:masterClrMapping/>
  </p:clrMapOvr>
  <p:transition spd="med">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Em branco">
    <p:spTree>
      <p:nvGrpSpPr>
        <p:cNvPr id="1" name="Shape 17"/>
        <p:cNvGrpSpPr/>
        <p:nvPr/>
      </p:nvGrpSpPr>
      <p:grpSpPr>
        <a:xfrm>
          <a:off x="0" y="0"/>
          <a:ext cx="0" cy="0"/>
          <a:chOff x="0" y="0"/>
          <a:chExt cx="0" cy="0"/>
        </a:xfrm>
      </p:grpSpPr>
      <p:sp>
        <p:nvSpPr>
          <p:cNvPr id="18" name="Shape 18"/>
          <p:cNvSpPr txBox="1">
            <a:spLocks noGrp="1"/>
          </p:cNvSpPr>
          <p:nvPr>
            <p:ph type="title"/>
          </p:nvPr>
        </p:nvSpPr>
        <p:spPr>
          <a:xfrm>
            <a:off x="685800" y="1066800"/>
            <a:ext cx="8534399" cy="571503"/>
          </a:xfrm>
          <a:prstGeom prst="rect">
            <a:avLst/>
          </a:prstGeom>
          <a:noFill/>
          <a:ln>
            <a:noFill/>
          </a:ln>
        </p:spPr>
        <p:txBody>
          <a:bodyPr wrap="square" lIns="91425" tIns="91425" rIns="91425" bIns="91425" anchor="t" anchorCtr="0"/>
          <a:lstStyle>
            <a:lvl1pPr marL="0" marR="0" lvl="0" indent="0" algn="l" rtl="0">
              <a:spcBef>
                <a:spcPts val="0"/>
              </a:spcBef>
              <a:buClr>
                <a:srgbClr val="000000"/>
              </a:buClr>
              <a:buFont typeface="Calibri"/>
              <a:buNone/>
              <a:defRPr sz="3200" b="1" i="0" u="none" strike="noStrike" cap="none">
                <a:solidFill>
                  <a:srgbClr val="000000"/>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19" name="Shape 19"/>
          <p:cNvSpPr txBox="1">
            <a:spLocks noGrp="1"/>
          </p:cNvSpPr>
          <p:nvPr>
            <p:ph type="body" idx="1"/>
          </p:nvPr>
        </p:nvSpPr>
        <p:spPr>
          <a:xfrm>
            <a:off x="685800" y="1714488"/>
            <a:ext cx="8534399" cy="4305312"/>
          </a:xfrm>
          <a:prstGeom prst="rect">
            <a:avLst/>
          </a:prstGeom>
          <a:noFill/>
          <a:ln>
            <a:noFill/>
          </a:ln>
        </p:spPr>
        <p:txBody>
          <a:bodyPr wrap="square" lIns="91425" tIns="91425" rIns="91425" bIns="91425" anchor="t" anchorCtr="0"/>
          <a:lstStyle>
            <a:lvl1pPr marL="342900" marR="0" lvl="0" indent="-228600" algn="l" rtl="0">
              <a:spcBef>
                <a:spcPts val="0"/>
              </a:spcBef>
              <a:spcAft>
                <a:spcPts val="400"/>
              </a:spcAft>
              <a:buSzPct val="100000"/>
              <a:buFont typeface="Arial"/>
              <a:buChar char="•"/>
              <a:defRPr sz="1800" b="0" i="0" u="none" strike="noStrike" cap="none">
                <a:latin typeface="Calibri"/>
                <a:ea typeface="Calibri"/>
                <a:cs typeface="Calibri"/>
                <a:sym typeface="Calibri"/>
              </a:defRPr>
            </a:lvl1pPr>
            <a:lvl2pPr marL="742950" marR="0" lvl="1" indent="-171450" algn="l" rtl="0">
              <a:spcBef>
                <a:spcPts val="0"/>
              </a:spcBef>
              <a:spcAft>
                <a:spcPts val="400"/>
              </a:spcAft>
              <a:buSzPct val="100000"/>
              <a:buFont typeface="Arial"/>
              <a:buChar char="–"/>
              <a:defRPr sz="1800" b="0" i="0" u="none" strike="noStrike" cap="none">
                <a:latin typeface="Calibri"/>
                <a:ea typeface="Calibri"/>
                <a:cs typeface="Calibri"/>
                <a:sym typeface="Calibri"/>
              </a:defRPr>
            </a:lvl2pPr>
            <a:lvl3pPr marL="1143000" marR="0" lvl="2" indent="-228600" algn="l" rtl="0">
              <a:spcBef>
                <a:spcPts val="0"/>
              </a:spcBef>
              <a:spcAft>
                <a:spcPts val="400"/>
              </a:spcAft>
              <a:buFont typeface="Arial"/>
              <a:buChar char="■"/>
              <a:defRPr sz="1800" b="0" i="0" u="none" strike="noStrike" cap="none">
                <a:latin typeface="Calibri"/>
                <a:ea typeface="Calibri"/>
                <a:cs typeface="Calibri"/>
                <a:sym typeface="Calibri"/>
              </a:defRPr>
            </a:lvl3pPr>
            <a:lvl4pPr marL="1600200" marR="0" lvl="3" indent="-114300" algn="l" rtl="0">
              <a:spcBef>
                <a:spcPts val="0"/>
              </a:spcBef>
              <a:spcAft>
                <a:spcPts val="400"/>
              </a:spcAft>
              <a:buSzPct val="100000"/>
              <a:buFont typeface="Arial"/>
              <a:buChar char="–"/>
              <a:defRPr sz="1800" b="0" i="0" u="none" strike="noStrike" cap="none">
                <a:latin typeface="Calibri"/>
                <a:ea typeface="Calibri"/>
                <a:cs typeface="Calibri"/>
                <a:sym typeface="Calibri"/>
              </a:defRPr>
            </a:lvl4pPr>
            <a:lvl5pPr marL="2057400" marR="0" lvl="4" indent="-114300" algn="l" rtl="0">
              <a:spcBef>
                <a:spcPts val="0"/>
              </a:spcBef>
              <a:spcAft>
                <a:spcPts val="400"/>
              </a:spcAft>
              <a:buSzPct val="100000"/>
              <a:buFont typeface="Arial"/>
              <a:buChar char="»"/>
              <a:defRPr sz="1800" b="0" i="0" u="none" strike="noStrike" cap="none">
                <a:latin typeface="Calibri"/>
                <a:ea typeface="Calibri"/>
                <a:cs typeface="Calibri"/>
                <a:sym typeface="Calibri"/>
              </a:defRPr>
            </a:lvl5pPr>
            <a:lvl6pPr marL="2514600" marR="0" lvl="5"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6pPr>
            <a:lvl7pPr marL="2971800" marR="0" lvl="6"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7pPr>
            <a:lvl8pPr marL="3429000" marR="0" lvl="7"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8pPr>
            <a:lvl9pPr marL="3886200" marR="0" lvl="8"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9pPr>
          </a:lstStyle>
          <a:p>
            <a:endParaRPr dirty="0"/>
          </a:p>
        </p:txBody>
      </p:sp>
      <p:sp>
        <p:nvSpPr>
          <p:cNvPr id="2" name="Retângulo 1">
            <a:extLst>
              <a:ext uri="{FF2B5EF4-FFF2-40B4-BE49-F238E27FC236}">
                <a16:creationId xmlns:a16="http://schemas.microsoft.com/office/drawing/2014/main" id="{761D1FC4-6243-41CD-9D5B-A6553C84873C}"/>
              </a:ext>
            </a:extLst>
          </p:cNvPr>
          <p:cNvSpPr/>
          <p:nvPr userDrawn="1"/>
        </p:nvSpPr>
        <p:spPr>
          <a:xfrm>
            <a:off x="579188" y="6525785"/>
            <a:ext cx="1451038" cy="276999"/>
          </a:xfrm>
          <a:prstGeom prst="rect">
            <a:avLst/>
          </a:prstGeom>
        </p:spPr>
        <p:txBody>
          <a:bodyPr wrap="none">
            <a:spAutoFit/>
          </a:bodyPr>
          <a:lstStyle/>
          <a:p>
            <a:r>
              <a:rPr lang="pt-PT" sz="1200" b="1" i="1" err="1">
                <a:solidFill>
                  <a:schemeClr val="bg1"/>
                </a:solidFill>
                <a:latin typeface="Kozuka Gothic Pro M" panose="020B0700000000000000" pitchFamily="34" charset="-128"/>
                <a:ea typeface="Kozuka Gothic Pro M" panose="020B0700000000000000" pitchFamily="34" charset="-128"/>
                <a:cs typeface="Calibri" panose="020F0502020204030204" pitchFamily="34" charset="0"/>
              </a:rPr>
              <a:t>Internal</a:t>
            </a:r>
            <a:r>
              <a:rPr lang="pt-PT" sz="1200" b="1" i="1">
                <a:solidFill>
                  <a:schemeClr val="bg1"/>
                </a:solidFill>
                <a:latin typeface="Kozuka Gothic Pro M" panose="020B0700000000000000" pitchFamily="34" charset="-128"/>
                <a:ea typeface="Kozuka Gothic Pro M" panose="020B0700000000000000" pitchFamily="34" charset="-128"/>
                <a:cs typeface="Calibri" panose="020F0502020204030204" pitchFamily="34" charset="0"/>
              </a:rPr>
              <a:t> Use </a:t>
            </a:r>
            <a:r>
              <a:rPr lang="pt-PT" sz="1200" b="1" i="1" err="1">
                <a:solidFill>
                  <a:schemeClr val="bg1"/>
                </a:solidFill>
                <a:latin typeface="Kozuka Gothic Pro M" panose="020B0700000000000000" pitchFamily="34" charset="-128"/>
                <a:ea typeface="Kozuka Gothic Pro M" panose="020B0700000000000000" pitchFamily="34" charset="-128"/>
                <a:cs typeface="Calibri" panose="020F0502020204030204" pitchFamily="34" charset="0"/>
              </a:rPr>
              <a:t>Only</a:t>
            </a:r>
            <a:endParaRPr lang="pt-PT" sz="1200" i="1">
              <a:solidFill>
                <a:schemeClr val="bg1"/>
              </a:solidFill>
              <a:latin typeface="Kozuka Gothic Pro M" panose="020B0700000000000000" pitchFamily="34" charset="-128"/>
              <a:ea typeface="Kozuka Gothic Pro M" panose="020B0700000000000000" pitchFamily="34" charset="-128"/>
              <a:cs typeface="Calibri" panose="020F0502020204030204" pitchFamily="34" charset="0"/>
            </a:endParaRPr>
          </a:p>
        </p:txBody>
      </p:sp>
    </p:spTree>
    <p:extLst>
      <p:ext uri="{BB962C8B-B14F-4D97-AF65-F5344CB8AC3E}">
        <p14:creationId xmlns:p14="http://schemas.microsoft.com/office/powerpoint/2010/main" val="2739653128"/>
      </p:ext>
    </p:extLst>
  </p:cSld>
  <p:clrMapOvr>
    <a:masterClrMapping/>
  </p:clrMapOvr>
  <p:transition spd="med">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cção">
    <p:spTree>
      <p:nvGrpSpPr>
        <p:cNvPr id="1" name="Shape 21"/>
        <p:cNvGrpSpPr/>
        <p:nvPr/>
      </p:nvGrpSpPr>
      <p:grpSpPr>
        <a:xfrm>
          <a:off x="0" y="0"/>
          <a:ext cx="0" cy="0"/>
          <a:chOff x="0" y="0"/>
          <a:chExt cx="0" cy="0"/>
        </a:xfrm>
      </p:grpSpPr>
      <p:sp>
        <p:nvSpPr>
          <p:cNvPr id="22" name="Shape 22"/>
          <p:cNvSpPr txBox="1">
            <a:spLocks noGrp="1"/>
          </p:cNvSpPr>
          <p:nvPr>
            <p:ph type="title"/>
          </p:nvPr>
        </p:nvSpPr>
        <p:spPr>
          <a:xfrm>
            <a:off x="380967" y="4000503"/>
            <a:ext cx="8215370"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4000" b="0"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23" name="Shape 23"/>
          <p:cNvSpPr txBox="1">
            <a:spLocks noGrp="1"/>
          </p:cNvSpPr>
          <p:nvPr>
            <p:ph type="body" idx="1"/>
          </p:nvPr>
        </p:nvSpPr>
        <p:spPr>
          <a:xfrm>
            <a:off x="390552" y="4808553"/>
            <a:ext cx="6848464" cy="406396"/>
          </a:xfrm>
          <a:prstGeom prst="rect">
            <a:avLst/>
          </a:prstGeom>
          <a:noFill/>
          <a:ln>
            <a:noFill/>
          </a:ln>
        </p:spPr>
        <p:txBody>
          <a:bodyPr wrap="square" lIns="91425" tIns="91425" rIns="91425" bIns="91425" anchor="b" anchorCtr="0"/>
          <a:lstStyle>
            <a:lvl1pPr marL="0" marR="0" lvl="0" indent="0" algn="l" rtl="0">
              <a:spcBef>
                <a:spcPts val="0"/>
              </a:spcBef>
              <a:spcAft>
                <a:spcPts val="400"/>
              </a:spcAft>
              <a:buClr>
                <a:srgbClr val="888888"/>
              </a:buClr>
              <a:buFont typeface="Arial"/>
              <a:buChar char="●"/>
              <a:defRPr sz="2000" b="0" i="0" u="none" strike="noStrike" cap="none">
                <a:solidFill>
                  <a:srgbClr val="888888"/>
                </a:solidFill>
                <a:latin typeface="Calibri"/>
                <a:ea typeface="Calibri"/>
                <a:cs typeface="Calibri"/>
                <a:sym typeface="Calibri"/>
              </a:defRPr>
            </a:lvl1pPr>
            <a:lvl2pPr marL="457200" marR="0" lvl="1" indent="0" algn="l" rtl="0">
              <a:spcBef>
                <a:spcPts val="0"/>
              </a:spcBef>
              <a:spcAft>
                <a:spcPts val="400"/>
              </a:spcAft>
              <a:buClr>
                <a:srgbClr val="888888"/>
              </a:buClr>
              <a:buFont typeface="Arial"/>
              <a:buChar char="○"/>
              <a:defRPr sz="1800" b="0" i="0" u="none" strike="noStrike" cap="none">
                <a:solidFill>
                  <a:srgbClr val="888888"/>
                </a:solidFill>
                <a:latin typeface="Calibri"/>
                <a:ea typeface="Calibri"/>
                <a:cs typeface="Calibri"/>
                <a:sym typeface="Calibri"/>
              </a:defRPr>
            </a:lvl2pPr>
            <a:lvl3pPr marL="914400" marR="0" lvl="2" indent="0" algn="l" rtl="0">
              <a:spcBef>
                <a:spcPts val="0"/>
              </a:spcBef>
              <a:spcAft>
                <a:spcPts val="400"/>
              </a:spcAft>
              <a:buClr>
                <a:srgbClr val="888888"/>
              </a:buClr>
              <a:buFont typeface="Arial"/>
              <a:buChar char="■"/>
              <a:defRPr sz="1600" b="0" i="0" u="none" strike="noStrike" cap="none">
                <a:solidFill>
                  <a:srgbClr val="888888"/>
                </a:solidFill>
                <a:latin typeface="Calibri"/>
                <a:ea typeface="Calibri"/>
                <a:cs typeface="Calibri"/>
                <a:sym typeface="Calibri"/>
              </a:defRPr>
            </a:lvl3pPr>
            <a:lvl4pPr marL="1371600" marR="0" lvl="3" indent="0" algn="l" rtl="0">
              <a:spcBef>
                <a:spcPts val="0"/>
              </a:spcBef>
              <a:spcAft>
                <a:spcPts val="400"/>
              </a:spcAft>
              <a:buClr>
                <a:srgbClr val="888888"/>
              </a:buClr>
              <a:buFont typeface="Arial"/>
              <a:buChar char="●"/>
              <a:defRPr sz="1400" b="0" i="0" u="none" strike="noStrike" cap="none">
                <a:solidFill>
                  <a:srgbClr val="888888"/>
                </a:solidFill>
                <a:latin typeface="Calibri"/>
                <a:ea typeface="Calibri"/>
                <a:cs typeface="Calibri"/>
                <a:sym typeface="Calibri"/>
              </a:defRPr>
            </a:lvl4pPr>
            <a:lvl5pPr marL="1828800" marR="0" lvl="4" indent="0" algn="l" rtl="0">
              <a:spcBef>
                <a:spcPts val="0"/>
              </a:spcBef>
              <a:spcAft>
                <a:spcPts val="400"/>
              </a:spcAft>
              <a:buClr>
                <a:srgbClr val="888888"/>
              </a:buClr>
              <a:buFont typeface="Arial"/>
              <a:buChar char="○"/>
              <a:defRPr sz="1400" b="0" i="0" u="none" strike="noStrike" cap="none">
                <a:solidFill>
                  <a:srgbClr val="888888"/>
                </a:solidFill>
                <a:latin typeface="Calibri"/>
                <a:ea typeface="Calibri"/>
                <a:cs typeface="Calibri"/>
                <a:sym typeface="Calibri"/>
              </a:defRPr>
            </a:lvl5pPr>
            <a:lvl6pPr marL="2286000" marR="0" lvl="5" indent="0" algn="l" rtl="0">
              <a:spcBef>
                <a:spcPts val="280"/>
              </a:spcBef>
              <a:buClr>
                <a:srgbClr val="888888"/>
              </a:buClr>
              <a:buFont typeface="Arial"/>
              <a:buChar char="■"/>
              <a:defRPr sz="1400" b="0" i="0" u="none" strike="noStrike" cap="none">
                <a:solidFill>
                  <a:srgbClr val="888888"/>
                </a:solidFill>
                <a:latin typeface="Arial"/>
                <a:ea typeface="Arial"/>
                <a:cs typeface="Arial"/>
                <a:sym typeface="Arial"/>
              </a:defRPr>
            </a:lvl6pPr>
            <a:lvl7pPr marL="2743200" marR="0" lvl="6" indent="0" algn="l" rtl="0">
              <a:spcBef>
                <a:spcPts val="280"/>
              </a:spcBef>
              <a:buClr>
                <a:srgbClr val="888888"/>
              </a:buClr>
              <a:buFont typeface="Arial"/>
              <a:buChar char="●"/>
              <a:defRPr sz="1400" b="0" i="0" u="none" strike="noStrike" cap="none">
                <a:solidFill>
                  <a:srgbClr val="888888"/>
                </a:solidFill>
                <a:latin typeface="Arial"/>
                <a:ea typeface="Arial"/>
                <a:cs typeface="Arial"/>
                <a:sym typeface="Arial"/>
              </a:defRPr>
            </a:lvl7pPr>
            <a:lvl8pPr marL="3200400" marR="0" lvl="7" indent="0" algn="l" rtl="0">
              <a:spcBef>
                <a:spcPts val="280"/>
              </a:spcBef>
              <a:buClr>
                <a:srgbClr val="888888"/>
              </a:buClr>
              <a:buFont typeface="Arial"/>
              <a:buChar char="○"/>
              <a:defRPr sz="1400" b="0" i="0" u="none" strike="noStrike" cap="none">
                <a:solidFill>
                  <a:srgbClr val="888888"/>
                </a:solidFill>
                <a:latin typeface="Arial"/>
                <a:ea typeface="Arial"/>
                <a:cs typeface="Arial"/>
                <a:sym typeface="Arial"/>
              </a:defRPr>
            </a:lvl8pPr>
            <a:lvl9pPr marL="3657600" marR="0" lvl="8" indent="0" algn="l" rtl="0">
              <a:spcBef>
                <a:spcPts val="280"/>
              </a:spcBef>
              <a:buClr>
                <a:srgbClr val="888888"/>
              </a:buClr>
              <a:buFont typeface="Arial"/>
              <a:buChar char="■"/>
              <a:defRPr sz="1400" b="0" i="0" u="none" strike="noStrike" cap="none">
                <a:solidFill>
                  <a:srgbClr val="888888"/>
                </a:solidFill>
                <a:latin typeface="Arial"/>
                <a:ea typeface="Arial"/>
                <a:cs typeface="Arial"/>
                <a:sym typeface="Arial"/>
              </a:defRPr>
            </a:lvl9pPr>
          </a:lstStyle>
          <a:p>
            <a:endParaRPr dirty="0"/>
          </a:p>
        </p:txBody>
      </p:sp>
      <p:sp>
        <p:nvSpPr>
          <p:cNvPr id="24" name="Shape 24"/>
          <p:cNvSpPr txBox="1">
            <a:spLocks noGrp="1"/>
          </p:cNvSpPr>
          <p:nvPr>
            <p:ph type="dt" idx="10"/>
          </p:nvPr>
        </p:nvSpPr>
        <p:spPr>
          <a:xfrm>
            <a:off x="452406"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3518983840"/>
      </p:ext>
    </p:extLst>
  </p:cSld>
  <p:clrMapOvr>
    <a:masterClrMapping/>
  </p:clrMapOvr>
  <p:transition spd="med">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e objecto">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414000" y="1000108"/>
            <a:ext cx="9043200"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27" name="Shape 27"/>
          <p:cNvSpPr txBox="1">
            <a:spLocks noGrp="1"/>
          </p:cNvSpPr>
          <p:nvPr>
            <p:ph type="body" idx="1"/>
          </p:nvPr>
        </p:nvSpPr>
        <p:spPr>
          <a:xfrm>
            <a:off x="414000" y="1714486"/>
            <a:ext cx="9043200" cy="4589999"/>
          </a:xfrm>
          <a:prstGeom prst="rect">
            <a:avLst/>
          </a:prstGeom>
          <a:noFill/>
          <a:ln>
            <a:noFill/>
          </a:ln>
        </p:spPr>
        <p:txBody>
          <a:bodyPr wrap="square" lIns="91425" tIns="91425" rIns="91425" bIns="91425" anchor="t" anchorCtr="0"/>
          <a:lstStyle>
            <a:lvl1pPr marL="342900" marR="0" lvl="0" indent="-215900" algn="l" rtl="0">
              <a:spcBef>
                <a:spcPts val="0"/>
              </a:spcBef>
              <a:spcAft>
                <a:spcPts val="400"/>
              </a:spcAft>
              <a:buClr>
                <a:srgbClr val="D8D8D8"/>
              </a:buClr>
              <a:buSzPct val="100000"/>
              <a:buFont typeface="Arial"/>
              <a:buChar char="•"/>
              <a:defRPr sz="2000" b="0" i="0" u="none" strike="noStrike" cap="none">
                <a:solidFill>
                  <a:srgbClr val="D8D8D8"/>
                </a:solidFill>
                <a:latin typeface="Calibri"/>
                <a:ea typeface="Calibri"/>
                <a:cs typeface="Calibri"/>
                <a:sym typeface="Calibri"/>
              </a:defRPr>
            </a:lvl1pPr>
            <a:lvl2pPr marL="742950" marR="0" lvl="1" indent="-17145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2pPr>
            <a:lvl3pPr marL="1143000" marR="0" lvl="2" indent="-228600" algn="l" rtl="0">
              <a:spcBef>
                <a:spcPts val="0"/>
              </a:spcBef>
              <a:spcAft>
                <a:spcPts val="400"/>
              </a:spcAft>
              <a:buClr>
                <a:srgbClr val="D8D8D8"/>
              </a:buClr>
              <a:buFont typeface="Arial"/>
              <a:buChar char="■"/>
              <a:defRPr sz="1600" b="0" i="0" u="none" strike="noStrike" cap="none">
                <a:solidFill>
                  <a:srgbClr val="D8D8D8"/>
                </a:solidFill>
                <a:latin typeface="Calibri"/>
                <a:ea typeface="Calibri"/>
                <a:cs typeface="Calibri"/>
                <a:sym typeface="Calibri"/>
              </a:defRPr>
            </a:lvl3pPr>
            <a:lvl4pPr marL="1600200" marR="0" lvl="3" indent="-139700" algn="l" rtl="0">
              <a:spcBef>
                <a:spcPts val="0"/>
              </a:spcBef>
              <a:spcAft>
                <a:spcPts val="400"/>
              </a:spcAft>
              <a:buClr>
                <a:srgbClr val="D8D8D8"/>
              </a:buClr>
              <a:buSzPct val="100000"/>
              <a:buFont typeface="Arial"/>
              <a:buChar char="–"/>
              <a:defRPr sz="1400" b="0" i="0" u="none" strike="noStrike" cap="none">
                <a:solidFill>
                  <a:srgbClr val="D8D8D8"/>
                </a:solidFill>
                <a:latin typeface="Calibri"/>
                <a:ea typeface="Calibri"/>
                <a:cs typeface="Calibri"/>
                <a:sym typeface="Calibri"/>
              </a:defRPr>
            </a:lvl4pPr>
            <a:lvl5pPr marL="2057400" marR="0" lvl="4" indent="-152400" algn="l" rtl="0">
              <a:spcBef>
                <a:spcPts val="0"/>
              </a:spcBef>
              <a:spcAft>
                <a:spcPts val="400"/>
              </a:spcAft>
              <a:buClr>
                <a:srgbClr val="D8D8D8"/>
              </a:buClr>
              <a:buSzPct val="100000"/>
              <a:buFont typeface="Arial"/>
              <a:buChar char="»"/>
              <a:defRPr sz="1200" b="0" i="0" u="none" strike="noStrike" cap="none">
                <a:solidFill>
                  <a:srgbClr val="D8D8D8"/>
                </a:solidFill>
                <a:latin typeface="Calibri"/>
                <a:ea typeface="Calibri"/>
                <a:cs typeface="Calibri"/>
                <a:sym typeface="Calibri"/>
              </a:defRPr>
            </a:lvl5pPr>
            <a:lvl6pPr marL="2514600" marR="0" lvl="5"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6pPr>
            <a:lvl7pPr marL="2971800" marR="0" lvl="6"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7pPr>
            <a:lvl8pPr marL="3429000" marR="0" lvl="7"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8pPr>
            <a:lvl9pPr marL="3886200" marR="0" lvl="8"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28" name="Shape 28"/>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9" name="Shape 29"/>
          <p:cNvSpPr txBox="1">
            <a:spLocks noGrp="1"/>
          </p:cNvSpPr>
          <p:nvPr>
            <p:ph type="ftr" idx="11"/>
          </p:nvPr>
        </p:nvSpPr>
        <p:spPr>
          <a:xfrm>
            <a:off x="1666851" y="6492898"/>
            <a:ext cx="5786477" cy="365125"/>
          </a:xfrm>
          <a:prstGeom prst="rect">
            <a:avLst/>
          </a:prstGeom>
          <a:noFill/>
          <a:ln>
            <a:noFill/>
          </a:ln>
        </p:spPr>
        <p:txBody>
          <a:bodyPr wrap="square" lIns="91425" tIns="91425" rIns="91425" bIns="91425" anchor="ctr" anchorCtr="0"/>
          <a:lstStyle>
            <a:lvl1pPr marL="0" marR="0" lvl="0" indent="0" algn="ctr"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0" name="Shape 30"/>
          <p:cNvSpPr txBox="1">
            <a:spLocks noGrp="1"/>
          </p:cNvSpPr>
          <p:nvPr>
            <p:ph type="sldNum" idx="12"/>
          </p:nvPr>
        </p:nvSpPr>
        <p:spPr>
          <a:xfrm>
            <a:off x="7596206" y="6492898"/>
            <a:ext cx="857255" cy="365125"/>
          </a:xfrm>
          <a:prstGeom prst="rect">
            <a:avLst/>
          </a:prstGeom>
          <a:noFill/>
          <a:ln>
            <a:noFill/>
          </a:ln>
        </p:spPr>
        <p:txBody>
          <a:bodyPr wrap="square" lIns="91425" tIns="45700" rIns="91425" bIns="45700" anchor="ctr" anchorCtr="0">
            <a:noAutofit/>
          </a:bodyPr>
          <a:lstStyle/>
          <a:p>
            <a:pPr marL="0" marR="0" lvl="0" indent="0" algn="r" rtl="0">
              <a:spcBef>
                <a:spcPts val="0"/>
              </a:spcBef>
              <a:buSzPct val="25000"/>
              <a:buNone/>
            </a:pPr>
            <a:fld id="{00000000-1234-1234-1234-123412341234}" type="slidenum">
              <a:rPr lang="pt-PT" sz="1200" b="0" i="0" u="none" strike="noStrike" cap="none">
                <a:solidFill>
                  <a:srgbClr val="888888"/>
                </a:solidFill>
                <a:latin typeface="Arial"/>
                <a:ea typeface="Arial"/>
                <a:cs typeface="Arial"/>
                <a:sym typeface="Arial"/>
              </a:rPr>
              <a:t>‹nº›</a:t>
            </a:fld>
            <a:endParaRPr lang="pt-PT" sz="1200" b="0" i="0" u="none" strike="noStrike" cap="none">
              <a:solidFill>
                <a:srgbClr val="888888"/>
              </a:solidFill>
              <a:latin typeface="Arial"/>
              <a:ea typeface="Arial"/>
              <a:cs typeface="Arial"/>
              <a:sym typeface="Arial"/>
            </a:endParaRPr>
          </a:p>
        </p:txBody>
      </p:sp>
    </p:spTree>
    <p:extLst>
      <p:ext uri="{BB962C8B-B14F-4D97-AF65-F5344CB8AC3E}">
        <p14:creationId xmlns:p14="http://schemas.microsoft.com/office/powerpoint/2010/main" val="3799919366"/>
      </p:ext>
    </p:extLst>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údo Duplo">
    <p:spTree>
      <p:nvGrpSpPr>
        <p:cNvPr id="1" name="Shape 31"/>
        <p:cNvGrpSpPr/>
        <p:nvPr/>
      </p:nvGrpSpPr>
      <p:grpSpPr>
        <a:xfrm>
          <a:off x="0" y="0"/>
          <a:ext cx="0" cy="0"/>
          <a:chOff x="0" y="0"/>
          <a:chExt cx="0" cy="0"/>
        </a:xfrm>
      </p:grpSpPr>
      <p:sp>
        <p:nvSpPr>
          <p:cNvPr id="32" name="Shape 32"/>
          <p:cNvSpPr txBox="1">
            <a:spLocks noGrp="1"/>
          </p:cNvSpPr>
          <p:nvPr>
            <p:ph type="title"/>
          </p:nvPr>
        </p:nvSpPr>
        <p:spPr>
          <a:xfrm>
            <a:off x="685800" y="1066800"/>
            <a:ext cx="8771399"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3" name="Shape 33"/>
          <p:cNvSpPr txBox="1">
            <a:spLocks noGrp="1"/>
          </p:cNvSpPr>
          <p:nvPr>
            <p:ph type="body" idx="1"/>
          </p:nvPr>
        </p:nvSpPr>
        <p:spPr>
          <a:xfrm>
            <a:off x="414000" y="1696519"/>
            <a:ext cx="4500000" cy="4589999"/>
          </a:xfrm>
          <a:prstGeom prst="rect">
            <a:avLst/>
          </a:prstGeom>
          <a:noFill/>
          <a:ln>
            <a:noFill/>
          </a:ln>
        </p:spPr>
        <p:txBody>
          <a:bodyPr wrap="square" lIns="91425" tIns="91425" rIns="91425" bIns="91425" anchor="t" anchorCtr="0"/>
          <a:lstStyle>
            <a:lvl1pPr marL="342900" marR="0" lvl="0" indent="-215900" algn="l" rtl="0">
              <a:spcBef>
                <a:spcPts val="0"/>
              </a:spcBef>
              <a:spcAft>
                <a:spcPts val="400"/>
              </a:spcAft>
              <a:buClr>
                <a:srgbClr val="D8D8D8"/>
              </a:buClr>
              <a:buSzPct val="100000"/>
              <a:buFont typeface="Arial"/>
              <a:buChar char="•"/>
              <a:defRPr sz="2000" b="0" i="0" u="none" strike="noStrike" cap="none">
                <a:solidFill>
                  <a:srgbClr val="D8D8D8"/>
                </a:solidFill>
                <a:latin typeface="Calibri"/>
                <a:ea typeface="Calibri"/>
                <a:cs typeface="Calibri"/>
                <a:sym typeface="Calibri"/>
              </a:defRPr>
            </a:lvl1pPr>
            <a:lvl2pPr marL="742950" marR="0" lvl="1" indent="-17145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2pPr>
            <a:lvl3pPr marL="1143000" marR="0" lvl="2" indent="-228600" algn="l" rtl="0">
              <a:spcBef>
                <a:spcPts val="0"/>
              </a:spcBef>
              <a:spcAft>
                <a:spcPts val="400"/>
              </a:spcAft>
              <a:buClr>
                <a:srgbClr val="D8D8D8"/>
              </a:buClr>
              <a:buFont typeface="Arial"/>
              <a:buChar char="■"/>
              <a:defRPr sz="1600" b="0" i="0" u="none" strike="noStrike" cap="none">
                <a:solidFill>
                  <a:srgbClr val="D8D8D8"/>
                </a:solidFill>
                <a:latin typeface="Calibri"/>
                <a:ea typeface="Calibri"/>
                <a:cs typeface="Calibri"/>
                <a:sym typeface="Calibri"/>
              </a:defRPr>
            </a:lvl3pPr>
            <a:lvl4pPr marL="1600200" marR="0" lvl="3" indent="-139700" algn="l" rtl="0">
              <a:spcBef>
                <a:spcPts val="0"/>
              </a:spcBef>
              <a:spcAft>
                <a:spcPts val="400"/>
              </a:spcAft>
              <a:buClr>
                <a:srgbClr val="D8D8D8"/>
              </a:buClr>
              <a:buSzPct val="100000"/>
              <a:buFont typeface="Arial"/>
              <a:buChar char="–"/>
              <a:defRPr sz="1400" b="0" i="0" u="none" strike="noStrike" cap="none">
                <a:solidFill>
                  <a:srgbClr val="D8D8D8"/>
                </a:solidFill>
                <a:latin typeface="Calibri"/>
                <a:ea typeface="Calibri"/>
                <a:cs typeface="Calibri"/>
                <a:sym typeface="Calibri"/>
              </a:defRPr>
            </a:lvl4pPr>
            <a:lvl5pPr marL="2057400" marR="0" lvl="4" indent="-152400" algn="l" rtl="0">
              <a:spcBef>
                <a:spcPts val="0"/>
              </a:spcBef>
              <a:spcAft>
                <a:spcPts val="400"/>
              </a:spcAft>
              <a:buClr>
                <a:srgbClr val="D8D8D8"/>
              </a:buClr>
              <a:buSzPct val="100000"/>
              <a:buFont typeface="Arial"/>
              <a:buChar char="»"/>
              <a:defRPr sz="1200" b="0" i="0" u="none" strike="noStrike" cap="none">
                <a:solidFill>
                  <a:srgbClr val="D8D8D8"/>
                </a:solidFill>
                <a:latin typeface="Calibri"/>
                <a:ea typeface="Calibri"/>
                <a:cs typeface="Calibri"/>
                <a:sym typeface="Calibri"/>
              </a:defRPr>
            </a:lvl5pPr>
            <a:lvl6pPr marL="2514600" marR="0" lvl="5"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6pPr>
            <a:lvl7pPr marL="2971800" marR="0" lvl="6"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7pPr>
            <a:lvl8pPr marL="3429000" marR="0" lvl="7"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8pPr>
            <a:lvl9pPr marL="3886200" marR="0" lvl="8"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4" name="Shape 34"/>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5" name="Shape 35"/>
          <p:cNvSpPr txBox="1">
            <a:spLocks noGrp="1"/>
          </p:cNvSpPr>
          <p:nvPr>
            <p:ph type="ftr" idx="11"/>
          </p:nvPr>
        </p:nvSpPr>
        <p:spPr>
          <a:xfrm>
            <a:off x="1666851" y="6492898"/>
            <a:ext cx="5786477" cy="365125"/>
          </a:xfrm>
          <a:prstGeom prst="rect">
            <a:avLst/>
          </a:prstGeom>
          <a:noFill/>
          <a:ln>
            <a:noFill/>
          </a:ln>
        </p:spPr>
        <p:txBody>
          <a:bodyPr wrap="square" lIns="91425" tIns="91425" rIns="91425" bIns="91425" anchor="ctr" anchorCtr="0"/>
          <a:lstStyle>
            <a:lvl1pPr marL="0" marR="0" lvl="0" indent="0" algn="ctr"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7596206" y="6492898"/>
            <a:ext cx="857255" cy="365125"/>
          </a:xfrm>
          <a:prstGeom prst="rect">
            <a:avLst/>
          </a:prstGeom>
          <a:noFill/>
          <a:ln>
            <a:noFill/>
          </a:ln>
        </p:spPr>
        <p:txBody>
          <a:bodyPr wrap="square" lIns="91425" tIns="45700" rIns="91425" bIns="45700" anchor="ctr" anchorCtr="0">
            <a:noAutofit/>
          </a:bodyPr>
          <a:lstStyle/>
          <a:p>
            <a:pPr marL="0" marR="0" lvl="0" indent="0" algn="r" rtl="0">
              <a:spcBef>
                <a:spcPts val="0"/>
              </a:spcBef>
              <a:buSzPct val="25000"/>
              <a:buNone/>
            </a:pPr>
            <a:fld id="{00000000-1234-1234-1234-123412341234}" type="slidenum">
              <a:rPr lang="pt-PT" sz="1200" b="0" i="0" u="none" strike="noStrike" cap="none">
                <a:solidFill>
                  <a:srgbClr val="888888"/>
                </a:solidFill>
                <a:latin typeface="Arial"/>
                <a:ea typeface="Arial"/>
                <a:cs typeface="Arial"/>
                <a:sym typeface="Arial"/>
              </a:rPr>
              <a:t>‹nº›</a:t>
            </a:fld>
            <a:endParaRPr lang="pt-PT" sz="1200" b="0" i="0" u="none" strike="noStrike" cap="none">
              <a:solidFill>
                <a:srgbClr val="888888"/>
              </a:solidFill>
              <a:latin typeface="Arial"/>
              <a:ea typeface="Arial"/>
              <a:cs typeface="Arial"/>
              <a:sym typeface="Arial"/>
            </a:endParaRPr>
          </a:p>
        </p:txBody>
      </p:sp>
      <p:sp>
        <p:nvSpPr>
          <p:cNvPr id="37" name="Shape 37"/>
          <p:cNvSpPr txBox="1">
            <a:spLocks noGrp="1"/>
          </p:cNvSpPr>
          <p:nvPr>
            <p:ph type="body" idx="2"/>
          </p:nvPr>
        </p:nvSpPr>
        <p:spPr>
          <a:xfrm>
            <a:off x="4968000" y="1696519"/>
            <a:ext cx="4500000" cy="4589999"/>
          </a:xfrm>
          <a:prstGeom prst="rect">
            <a:avLst/>
          </a:prstGeom>
          <a:noFill/>
          <a:ln>
            <a:noFill/>
          </a:ln>
        </p:spPr>
        <p:txBody>
          <a:bodyPr wrap="square" lIns="91425" tIns="91425" rIns="91425" bIns="91425" anchor="t" anchorCtr="0"/>
          <a:lstStyle>
            <a:lvl1pPr marL="342900" marR="0" lvl="0" indent="-215900" algn="l" rtl="0">
              <a:spcBef>
                <a:spcPts val="0"/>
              </a:spcBef>
              <a:spcAft>
                <a:spcPts val="400"/>
              </a:spcAft>
              <a:buClr>
                <a:srgbClr val="D8D8D8"/>
              </a:buClr>
              <a:buSzPct val="100000"/>
              <a:buFont typeface="Arial"/>
              <a:buChar char="•"/>
              <a:defRPr sz="2000" b="0" i="0" u="none" strike="noStrike" cap="none">
                <a:solidFill>
                  <a:srgbClr val="D8D8D8"/>
                </a:solidFill>
                <a:latin typeface="Calibri"/>
                <a:ea typeface="Calibri"/>
                <a:cs typeface="Calibri"/>
                <a:sym typeface="Calibri"/>
              </a:defRPr>
            </a:lvl1pPr>
            <a:lvl2pPr marL="742950" marR="0" lvl="1" indent="-17145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2pPr>
            <a:lvl3pPr marL="1143000" marR="0" lvl="2" indent="-228600" algn="l" rtl="0">
              <a:spcBef>
                <a:spcPts val="0"/>
              </a:spcBef>
              <a:spcAft>
                <a:spcPts val="400"/>
              </a:spcAft>
              <a:buClr>
                <a:srgbClr val="D8D8D8"/>
              </a:buClr>
              <a:buFont typeface="Arial"/>
              <a:buChar char="■"/>
              <a:defRPr sz="1600" b="0" i="0" u="none" strike="noStrike" cap="none">
                <a:solidFill>
                  <a:srgbClr val="D8D8D8"/>
                </a:solidFill>
                <a:latin typeface="Calibri"/>
                <a:ea typeface="Calibri"/>
                <a:cs typeface="Calibri"/>
                <a:sym typeface="Calibri"/>
              </a:defRPr>
            </a:lvl3pPr>
            <a:lvl4pPr marL="1600200" marR="0" lvl="3" indent="-139700" algn="l" rtl="0">
              <a:spcBef>
                <a:spcPts val="0"/>
              </a:spcBef>
              <a:spcAft>
                <a:spcPts val="400"/>
              </a:spcAft>
              <a:buClr>
                <a:srgbClr val="D8D8D8"/>
              </a:buClr>
              <a:buSzPct val="100000"/>
              <a:buFont typeface="Arial"/>
              <a:buChar char="–"/>
              <a:defRPr sz="1400" b="0" i="0" u="none" strike="noStrike" cap="none">
                <a:solidFill>
                  <a:srgbClr val="D8D8D8"/>
                </a:solidFill>
                <a:latin typeface="Calibri"/>
                <a:ea typeface="Calibri"/>
                <a:cs typeface="Calibri"/>
                <a:sym typeface="Calibri"/>
              </a:defRPr>
            </a:lvl4pPr>
            <a:lvl5pPr marL="2057400" marR="0" lvl="4" indent="-152400" algn="l" rtl="0">
              <a:spcBef>
                <a:spcPts val="0"/>
              </a:spcBef>
              <a:spcAft>
                <a:spcPts val="400"/>
              </a:spcAft>
              <a:buClr>
                <a:srgbClr val="D8D8D8"/>
              </a:buClr>
              <a:buSzPct val="100000"/>
              <a:buFont typeface="Arial"/>
              <a:buChar char="»"/>
              <a:defRPr sz="1200" b="0" i="0" u="none" strike="noStrike" cap="none">
                <a:solidFill>
                  <a:srgbClr val="D8D8D8"/>
                </a:solidFill>
                <a:latin typeface="Calibri"/>
                <a:ea typeface="Calibri"/>
                <a:cs typeface="Calibri"/>
                <a:sym typeface="Calibri"/>
              </a:defRPr>
            </a:lvl5pPr>
            <a:lvl6pPr marL="2514600" marR="0" lvl="5"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6pPr>
            <a:lvl7pPr marL="2971800" marR="0" lvl="6"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7pPr>
            <a:lvl8pPr marL="3429000" marR="0" lvl="7"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8pPr>
            <a:lvl9pPr marL="3886200" marR="0" lvl="8" indent="-114300" algn="l" rtl="0">
              <a:spcBef>
                <a:spcPts val="360"/>
              </a:spcBef>
              <a:buClr>
                <a:schemeClr val="dk1"/>
              </a:buClr>
              <a:buSzPct val="100000"/>
              <a:buFont typeface="Arial"/>
              <a:buChar char="•"/>
              <a:defRPr sz="1800"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64908252"/>
      </p:ext>
    </p:extLst>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Shape 38"/>
        <p:cNvGrpSpPr/>
        <p:nvPr/>
      </p:nvGrpSpPr>
      <p:grpSpPr>
        <a:xfrm>
          <a:off x="0" y="0"/>
          <a:ext cx="0" cy="0"/>
          <a:chOff x="0" y="0"/>
          <a:chExt cx="0" cy="0"/>
        </a:xfrm>
      </p:grpSpPr>
      <p:sp>
        <p:nvSpPr>
          <p:cNvPr id="39" name="Shape 39"/>
          <p:cNvSpPr>
            <a:spLocks noGrp="1"/>
          </p:cNvSpPr>
          <p:nvPr>
            <p:ph type="pic" idx="2"/>
          </p:nvPr>
        </p:nvSpPr>
        <p:spPr>
          <a:xfrm>
            <a:off x="414000" y="1004400"/>
            <a:ext cx="9043200" cy="5309999"/>
          </a:xfrm>
          <a:prstGeom prst="rect">
            <a:avLst/>
          </a:prstGeom>
          <a:noFill/>
          <a:ln>
            <a:noFill/>
          </a:ln>
        </p:spPr>
        <p:txBody>
          <a:bodyPr wrap="square" lIns="91425" tIns="91425" rIns="91425" bIns="91425" anchor="t" anchorCtr="0"/>
          <a:lstStyle>
            <a:lvl1pPr marL="0" marR="0" lvl="0" indent="0" algn="l" rtl="0">
              <a:spcBef>
                <a:spcPts val="0"/>
              </a:spcBef>
              <a:spcAft>
                <a:spcPts val="400"/>
              </a:spcAft>
              <a:buClr>
                <a:srgbClr val="D8D8D8"/>
              </a:buClr>
              <a:buFont typeface="Arial"/>
              <a:buNone/>
              <a:defRPr sz="3200" b="0" i="0" u="none" strike="noStrike" cap="none">
                <a:solidFill>
                  <a:srgbClr val="D8D8D8"/>
                </a:solidFill>
                <a:latin typeface="Calibri"/>
                <a:ea typeface="Calibri"/>
                <a:cs typeface="Calibri"/>
                <a:sym typeface="Calibri"/>
              </a:defRPr>
            </a:lvl1pPr>
            <a:lvl2pPr marL="457200" marR="0" lvl="1" indent="0" algn="l" rtl="0">
              <a:spcBef>
                <a:spcPts val="0"/>
              </a:spcBef>
              <a:spcAft>
                <a:spcPts val="400"/>
              </a:spcAft>
              <a:buClr>
                <a:srgbClr val="D8D8D8"/>
              </a:buClr>
              <a:buFont typeface="Arial"/>
              <a:buNone/>
              <a:defRPr sz="2800" b="0" i="0" u="none" strike="noStrike" cap="none">
                <a:solidFill>
                  <a:srgbClr val="D8D8D8"/>
                </a:solidFill>
                <a:latin typeface="Calibri"/>
                <a:ea typeface="Calibri"/>
                <a:cs typeface="Calibri"/>
                <a:sym typeface="Calibri"/>
              </a:defRPr>
            </a:lvl2pPr>
            <a:lvl3pPr marL="914400" marR="0" lvl="2" indent="0" algn="l" rtl="0">
              <a:spcBef>
                <a:spcPts val="0"/>
              </a:spcBef>
              <a:spcAft>
                <a:spcPts val="400"/>
              </a:spcAft>
              <a:buClr>
                <a:srgbClr val="D8D8D8"/>
              </a:buClr>
              <a:buFont typeface="Arial"/>
              <a:buNone/>
              <a:defRPr sz="2400" b="0" i="0" u="none" strike="noStrike" cap="none">
                <a:solidFill>
                  <a:srgbClr val="D8D8D8"/>
                </a:solidFill>
                <a:latin typeface="Calibri"/>
                <a:ea typeface="Calibri"/>
                <a:cs typeface="Calibri"/>
                <a:sym typeface="Calibri"/>
              </a:defRPr>
            </a:lvl3pPr>
            <a:lvl4pPr marL="1371600" marR="0" lvl="3" indent="0" algn="l" rtl="0">
              <a:spcBef>
                <a:spcPts val="0"/>
              </a:spcBef>
              <a:spcAft>
                <a:spcPts val="400"/>
              </a:spcAft>
              <a:buClr>
                <a:srgbClr val="D8D8D8"/>
              </a:buClr>
              <a:buFont typeface="Arial"/>
              <a:buNone/>
              <a:defRPr sz="2000" b="0" i="0" u="none" strike="noStrike" cap="none">
                <a:solidFill>
                  <a:srgbClr val="D8D8D8"/>
                </a:solidFill>
                <a:latin typeface="Calibri"/>
                <a:ea typeface="Calibri"/>
                <a:cs typeface="Calibri"/>
                <a:sym typeface="Calibri"/>
              </a:defRPr>
            </a:lvl4pPr>
            <a:lvl5pPr marL="1828800" marR="0" lvl="4" indent="0" algn="l" rtl="0">
              <a:spcBef>
                <a:spcPts val="0"/>
              </a:spcBef>
              <a:spcAft>
                <a:spcPts val="400"/>
              </a:spcAft>
              <a:buClr>
                <a:srgbClr val="D8D8D8"/>
              </a:buClr>
              <a:buFont typeface="Arial"/>
              <a:buNone/>
              <a:defRPr sz="2000" b="0" i="0" u="none" strike="noStrike" cap="none">
                <a:solidFill>
                  <a:srgbClr val="D8D8D8"/>
                </a:solidFill>
                <a:latin typeface="Calibri"/>
                <a:ea typeface="Calibri"/>
                <a:cs typeface="Calibri"/>
                <a:sym typeface="Calibri"/>
              </a:defRPr>
            </a:lvl5pPr>
            <a:lvl6pPr marL="2286000" marR="0" lvl="5" indent="0" algn="l" rtl="0">
              <a:spcBef>
                <a:spcPts val="400"/>
              </a:spcBef>
              <a:buClr>
                <a:schemeClr val="dk1"/>
              </a:buClr>
              <a:buFont typeface="Arial"/>
              <a:buNone/>
              <a:defRPr sz="2000" b="0" i="0" u="none" strike="noStrike" cap="none">
                <a:solidFill>
                  <a:schemeClr val="dk1"/>
                </a:solidFill>
                <a:latin typeface="Arial"/>
                <a:ea typeface="Arial"/>
                <a:cs typeface="Arial"/>
                <a:sym typeface="Arial"/>
              </a:defRPr>
            </a:lvl6pPr>
            <a:lvl7pPr marL="2743200" marR="0" lvl="6" indent="0" algn="l" rtl="0">
              <a:spcBef>
                <a:spcPts val="400"/>
              </a:spcBef>
              <a:buClr>
                <a:schemeClr val="dk1"/>
              </a:buClr>
              <a:buFont typeface="Arial"/>
              <a:buNone/>
              <a:defRPr sz="2000" b="0" i="0" u="none" strike="noStrike" cap="none">
                <a:solidFill>
                  <a:schemeClr val="dk1"/>
                </a:solidFill>
                <a:latin typeface="Arial"/>
                <a:ea typeface="Arial"/>
                <a:cs typeface="Arial"/>
                <a:sym typeface="Arial"/>
              </a:defRPr>
            </a:lvl7pPr>
            <a:lvl8pPr marL="3200400" marR="0" lvl="7" indent="0" algn="l" rtl="0">
              <a:spcBef>
                <a:spcPts val="400"/>
              </a:spcBef>
              <a:buClr>
                <a:schemeClr val="dk1"/>
              </a:buClr>
              <a:buFont typeface="Arial"/>
              <a:buNone/>
              <a:defRPr sz="2000" b="0" i="0" u="none" strike="noStrike" cap="none">
                <a:solidFill>
                  <a:schemeClr val="dk1"/>
                </a:solidFill>
                <a:latin typeface="Arial"/>
                <a:ea typeface="Arial"/>
                <a:cs typeface="Arial"/>
                <a:sym typeface="Arial"/>
              </a:defRPr>
            </a:lvl8pPr>
            <a:lvl9pPr marL="3657600" marR="0" lvl="8" indent="0" algn="l" rtl="0">
              <a:spcBef>
                <a:spcPts val="400"/>
              </a:spcBef>
              <a:buClr>
                <a:schemeClr val="dk1"/>
              </a:buClr>
              <a:buFont typeface="Arial"/>
              <a:buNone/>
              <a:defRPr sz="2000" b="0" i="0" u="none" strike="noStrike" cap="none">
                <a:solidFill>
                  <a:schemeClr val="dk1"/>
                </a:solidFill>
                <a:latin typeface="Arial"/>
                <a:ea typeface="Arial"/>
                <a:cs typeface="Arial"/>
                <a:sym typeface="Arial"/>
              </a:defRPr>
            </a:lvl9pPr>
          </a:lstStyle>
          <a:p>
            <a:endParaRPr/>
          </a:p>
        </p:txBody>
      </p:sp>
      <p:sp>
        <p:nvSpPr>
          <p:cNvPr id="40" name="Shape 40"/>
          <p:cNvSpPr txBox="1">
            <a:spLocks noGrp="1"/>
          </p:cNvSpPr>
          <p:nvPr>
            <p:ph type="title"/>
          </p:nvPr>
        </p:nvSpPr>
        <p:spPr>
          <a:xfrm>
            <a:off x="523843" y="5505467"/>
            <a:ext cx="5943599" cy="352424"/>
          </a:xfrm>
          <a:prstGeom prst="rect">
            <a:avLst/>
          </a:prstGeom>
          <a:solidFill>
            <a:schemeClr val="lt1"/>
          </a:solidFill>
          <a:ln>
            <a:noFill/>
          </a:ln>
        </p:spPr>
        <p:txBody>
          <a:bodyPr wrap="square" lIns="91425" tIns="91425" rIns="91425" bIns="91425" anchor="b" anchorCtr="0"/>
          <a:lstStyle>
            <a:lvl1pPr marL="0" marR="0" lvl="0" indent="0" algn="l" rtl="0">
              <a:spcBef>
                <a:spcPts val="0"/>
              </a:spcBef>
              <a:buClr>
                <a:schemeClr val="lt1"/>
              </a:buClr>
              <a:buFont typeface="Calibri"/>
              <a:buNone/>
              <a:defRPr sz="2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41" name="Shape 41"/>
          <p:cNvSpPr txBox="1">
            <a:spLocks noGrp="1"/>
          </p:cNvSpPr>
          <p:nvPr>
            <p:ph type="body" idx="1"/>
          </p:nvPr>
        </p:nvSpPr>
        <p:spPr>
          <a:xfrm>
            <a:off x="523843" y="5929330"/>
            <a:ext cx="8858312" cy="276239"/>
          </a:xfrm>
          <a:prstGeom prst="rect">
            <a:avLst/>
          </a:prstGeom>
          <a:solidFill>
            <a:schemeClr val="lt1"/>
          </a:solidFill>
          <a:ln>
            <a:noFill/>
          </a:ln>
        </p:spPr>
        <p:txBody>
          <a:bodyPr wrap="square" lIns="91425" tIns="91425" rIns="91425" bIns="91425" anchor="t" anchorCtr="0"/>
          <a:lstStyle>
            <a:lvl1pPr marL="0" marR="0" lvl="0" indent="0" algn="l" rtl="0">
              <a:spcBef>
                <a:spcPts val="0"/>
              </a:spcBef>
              <a:spcAft>
                <a:spcPts val="400"/>
              </a:spcAft>
              <a:buClr>
                <a:srgbClr val="D8D8D8"/>
              </a:buClr>
              <a:buFont typeface="Arial"/>
              <a:buChar char="●"/>
              <a:defRPr sz="1400" b="0" i="0" u="none" strike="noStrike" cap="none">
                <a:solidFill>
                  <a:srgbClr val="D8D8D8"/>
                </a:solidFill>
                <a:latin typeface="Calibri"/>
                <a:ea typeface="Calibri"/>
                <a:cs typeface="Calibri"/>
                <a:sym typeface="Calibri"/>
              </a:defRPr>
            </a:lvl1pPr>
            <a:lvl2pPr marL="457200" marR="0" lvl="1" indent="0" algn="l" rtl="0">
              <a:spcBef>
                <a:spcPts val="0"/>
              </a:spcBef>
              <a:spcAft>
                <a:spcPts val="400"/>
              </a:spcAft>
              <a:buClr>
                <a:srgbClr val="D8D8D8"/>
              </a:buClr>
              <a:buFont typeface="Arial"/>
              <a:buChar char="○"/>
              <a:defRPr sz="1200" b="0" i="0" u="none" strike="noStrike" cap="none">
                <a:solidFill>
                  <a:srgbClr val="D8D8D8"/>
                </a:solidFill>
                <a:latin typeface="Calibri"/>
                <a:ea typeface="Calibri"/>
                <a:cs typeface="Calibri"/>
                <a:sym typeface="Calibri"/>
              </a:defRPr>
            </a:lvl2pPr>
            <a:lvl3pPr marL="914400" marR="0" lvl="2" indent="0" algn="l" rtl="0">
              <a:spcBef>
                <a:spcPts val="0"/>
              </a:spcBef>
              <a:spcAft>
                <a:spcPts val="400"/>
              </a:spcAft>
              <a:buClr>
                <a:srgbClr val="D8D8D8"/>
              </a:buClr>
              <a:buFont typeface="Arial"/>
              <a:buChar char="■"/>
              <a:defRPr sz="1000" b="0" i="0" u="none" strike="noStrike" cap="none">
                <a:solidFill>
                  <a:srgbClr val="D8D8D8"/>
                </a:solidFill>
                <a:latin typeface="Calibri"/>
                <a:ea typeface="Calibri"/>
                <a:cs typeface="Calibri"/>
                <a:sym typeface="Calibri"/>
              </a:defRPr>
            </a:lvl3pPr>
            <a:lvl4pPr marL="1371600" marR="0" lvl="3" indent="0" algn="l" rtl="0">
              <a:spcBef>
                <a:spcPts val="0"/>
              </a:spcBef>
              <a:spcAft>
                <a:spcPts val="400"/>
              </a:spcAft>
              <a:buClr>
                <a:srgbClr val="D8D8D8"/>
              </a:buClr>
              <a:buFont typeface="Arial"/>
              <a:buChar char="●"/>
              <a:defRPr sz="900" b="0" i="0" u="none" strike="noStrike" cap="none">
                <a:solidFill>
                  <a:srgbClr val="D8D8D8"/>
                </a:solidFill>
                <a:latin typeface="Calibri"/>
                <a:ea typeface="Calibri"/>
                <a:cs typeface="Calibri"/>
                <a:sym typeface="Calibri"/>
              </a:defRPr>
            </a:lvl4pPr>
            <a:lvl5pPr marL="1828800" marR="0" lvl="4" indent="0" algn="l" rtl="0">
              <a:spcBef>
                <a:spcPts val="0"/>
              </a:spcBef>
              <a:spcAft>
                <a:spcPts val="400"/>
              </a:spcAft>
              <a:buClr>
                <a:srgbClr val="D8D8D8"/>
              </a:buClr>
              <a:buFont typeface="Arial"/>
              <a:buChar char="○"/>
              <a:defRPr sz="900" b="0" i="0" u="none" strike="noStrike" cap="none">
                <a:solidFill>
                  <a:srgbClr val="D8D8D8"/>
                </a:solidFill>
                <a:latin typeface="Calibri"/>
                <a:ea typeface="Calibri"/>
                <a:cs typeface="Calibri"/>
                <a:sym typeface="Calibri"/>
              </a:defRPr>
            </a:lvl5pPr>
            <a:lvl6pPr marL="2286000" marR="0" lvl="5" indent="0" algn="l" rtl="0">
              <a:spcBef>
                <a:spcPts val="180"/>
              </a:spcBef>
              <a:buClr>
                <a:schemeClr val="dk1"/>
              </a:buClr>
              <a:buFont typeface="Arial"/>
              <a:buChar char="■"/>
              <a:defRPr sz="900" b="0" i="0" u="none" strike="noStrike" cap="none">
                <a:solidFill>
                  <a:schemeClr val="dk1"/>
                </a:solidFill>
                <a:latin typeface="Arial"/>
                <a:ea typeface="Arial"/>
                <a:cs typeface="Arial"/>
                <a:sym typeface="Arial"/>
              </a:defRPr>
            </a:lvl6pPr>
            <a:lvl7pPr marL="2743200" marR="0" lvl="6" indent="0" algn="l" rtl="0">
              <a:spcBef>
                <a:spcPts val="180"/>
              </a:spcBef>
              <a:buClr>
                <a:schemeClr val="dk1"/>
              </a:buClr>
              <a:buFont typeface="Arial"/>
              <a:buChar char="●"/>
              <a:defRPr sz="900" b="0" i="0" u="none" strike="noStrike" cap="none">
                <a:solidFill>
                  <a:schemeClr val="dk1"/>
                </a:solidFill>
                <a:latin typeface="Arial"/>
                <a:ea typeface="Arial"/>
                <a:cs typeface="Arial"/>
                <a:sym typeface="Arial"/>
              </a:defRPr>
            </a:lvl7pPr>
            <a:lvl8pPr marL="3200400" marR="0" lvl="7" indent="0" algn="l" rtl="0">
              <a:spcBef>
                <a:spcPts val="180"/>
              </a:spcBef>
              <a:buClr>
                <a:schemeClr val="dk1"/>
              </a:buClr>
              <a:buFont typeface="Arial"/>
              <a:buChar char="○"/>
              <a:defRPr sz="900" b="0" i="0" u="none" strike="noStrike" cap="none">
                <a:solidFill>
                  <a:schemeClr val="dk1"/>
                </a:solidFill>
                <a:latin typeface="Arial"/>
                <a:ea typeface="Arial"/>
                <a:cs typeface="Arial"/>
                <a:sym typeface="Arial"/>
              </a:defRPr>
            </a:lvl8pPr>
            <a:lvl9pPr marL="3657600" marR="0" lvl="8" indent="0" algn="l" rtl="0">
              <a:spcBef>
                <a:spcPts val="180"/>
              </a:spcBef>
              <a:buClr>
                <a:schemeClr val="dk1"/>
              </a:buClr>
              <a:buFont typeface="Arial"/>
              <a:buChar char="■"/>
              <a:defRPr sz="9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ftr" idx="11"/>
          </p:nvPr>
        </p:nvSpPr>
        <p:spPr>
          <a:xfrm>
            <a:off x="1666851" y="6492898"/>
            <a:ext cx="5786477" cy="365125"/>
          </a:xfrm>
          <a:prstGeom prst="rect">
            <a:avLst/>
          </a:prstGeom>
          <a:noFill/>
          <a:ln>
            <a:noFill/>
          </a:ln>
        </p:spPr>
        <p:txBody>
          <a:bodyPr wrap="square" lIns="91425" tIns="91425" rIns="91425" bIns="91425" anchor="ctr" anchorCtr="0"/>
          <a:lstStyle>
            <a:lvl1pPr marL="0" marR="0" lvl="0" indent="0" algn="ctr"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7596206" y="6492898"/>
            <a:ext cx="857255" cy="365125"/>
          </a:xfrm>
          <a:prstGeom prst="rect">
            <a:avLst/>
          </a:prstGeom>
          <a:noFill/>
          <a:ln>
            <a:noFill/>
          </a:ln>
        </p:spPr>
        <p:txBody>
          <a:bodyPr wrap="square" lIns="91425" tIns="45700" rIns="91425" bIns="45700" anchor="ctr" anchorCtr="0">
            <a:noAutofit/>
          </a:bodyPr>
          <a:lstStyle/>
          <a:p>
            <a:pPr marL="0" marR="0" lvl="0" indent="0" algn="r" rtl="0">
              <a:spcBef>
                <a:spcPts val="0"/>
              </a:spcBef>
              <a:buSzPct val="25000"/>
              <a:buNone/>
            </a:pPr>
            <a:fld id="{00000000-1234-1234-1234-123412341234}" type="slidenum">
              <a:rPr lang="pt-PT" sz="1200" b="0" i="0" u="none" strike="noStrike" cap="none">
                <a:solidFill>
                  <a:srgbClr val="888888"/>
                </a:solidFill>
                <a:latin typeface="Arial"/>
                <a:ea typeface="Arial"/>
                <a:cs typeface="Arial"/>
                <a:sym typeface="Arial"/>
              </a:rPr>
              <a:t>‹nº›</a:t>
            </a:fld>
            <a:endParaRPr lang="pt-PT" sz="1200" b="0" i="0" u="none" strike="noStrike" cap="none">
              <a:solidFill>
                <a:srgbClr val="888888"/>
              </a:solidFill>
              <a:latin typeface="Arial"/>
              <a:ea typeface="Arial"/>
              <a:cs typeface="Arial"/>
              <a:sym typeface="Arial"/>
            </a:endParaRPr>
          </a:p>
        </p:txBody>
      </p:sp>
    </p:spTree>
    <p:extLst>
      <p:ext uri="{BB962C8B-B14F-4D97-AF65-F5344CB8AC3E}">
        <p14:creationId xmlns:p14="http://schemas.microsoft.com/office/powerpoint/2010/main" val="1047615563"/>
      </p:ext>
    </p:extLst>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Em branco">
    <p:spTree>
      <p:nvGrpSpPr>
        <p:cNvPr id="1" name="Shape 45"/>
        <p:cNvGrpSpPr/>
        <p:nvPr/>
      </p:nvGrpSpPr>
      <p:grpSpPr>
        <a:xfrm>
          <a:off x="0" y="0"/>
          <a:ext cx="0" cy="0"/>
          <a:chOff x="0" y="0"/>
          <a:chExt cx="0" cy="0"/>
        </a:xfrm>
      </p:grpSpPr>
      <p:sp>
        <p:nvSpPr>
          <p:cNvPr id="46" name="Shape 46"/>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7" name="Shape 47"/>
          <p:cNvSpPr txBox="1">
            <a:spLocks noGrp="1"/>
          </p:cNvSpPr>
          <p:nvPr>
            <p:ph type="ftr" idx="11"/>
          </p:nvPr>
        </p:nvSpPr>
        <p:spPr>
          <a:xfrm>
            <a:off x="1666851" y="6492898"/>
            <a:ext cx="5786477" cy="365125"/>
          </a:xfrm>
          <a:prstGeom prst="rect">
            <a:avLst/>
          </a:prstGeom>
          <a:noFill/>
          <a:ln>
            <a:noFill/>
          </a:ln>
        </p:spPr>
        <p:txBody>
          <a:bodyPr wrap="square" lIns="91425" tIns="91425" rIns="91425" bIns="91425" anchor="ctr" anchorCtr="0"/>
          <a:lstStyle>
            <a:lvl1pPr marL="0" marR="0" lvl="0" indent="0" algn="ctr"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8" name="Shape 48"/>
          <p:cNvSpPr txBox="1">
            <a:spLocks noGrp="1"/>
          </p:cNvSpPr>
          <p:nvPr>
            <p:ph type="sldNum" idx="12"/>
          </p:nvPr>
        </p:nvSpPr>
        <p:spPr>
          <a:xfrm>
            <a:off x="7596206" y="6492898"/>
            <a:ext cx="857255" cy="365125"/>
          </a:xfrm>
          <a:prstGeom prst="rect">
            <a:avLst/>
          </a:prstGeom>
          <a:noFill/>
          <a:ln>
            <a:noFill/>
          </a:ln>
        </p:spPr>
        <p:txBody>
          <a:bodyPr wrap="square" lIns="91425" tIns="45700" rIns="91425" bIns="45700" anchor="ctr" anchorCtr="0">
            <a:noAutofit/>
          </a:bodyPr>
          <a:lstStyle/>
          <a:p>
            <a:pPr marL="0" marR="0" lvl="0" indent="0" algn="r" rtl="0">
              <a:spcBef>
                <a:spcPts val="0"/>
              </a:spcBef>
              <a:buSzPct val="25000"/>
              <a:buNone/>
            </a:pPr>
            <a:fld id="{00000000-1234-1234-1234-123412341234}" type="slidenum">
              <a:rPr lang="pt-PT" sz="1200" b="0" i="0" u="none" strike="noStrike" cap="none">
                <a:solidFill>
                  <a:srgbClr val="888888"/>
                </a:solidFill>
                <a:latin typeface="Arial"/>
                <a:ea typeface="Arial"/>
                <a:cs typeface="Arial"/>
                <a:sym typeface="Arial"/>
              </a:rPr>
              <a:t>‹nº›</a:t>
            </a:fld>
            <a:endParaRPr lang="pt-PT" sz="1200" b="0" i="0" u="none" strike="noStrike" cap="none">
              <a:solidFill>
                <a:srgbClr val="888888"/>
              </a:solidFill>
              <a:latin typeface="Arial"/>
              <a:ea typeface="Arial"/>
              <a:cs typeface="Arial"/>
              <a:sym typeface="Arial"/>
            </a:endParaRPr>
          </a:p>
        </p:txBody>
      </p:sp>
      <p:sp>
        <p:nvSpPr>
          <p:cNvPr id="49" name="Shape 49"/>
          <p:cNvSpPr txBox="1">
            <a:spLocks noGrp="1"/>
          </p:cNvSpPr>
          <p:nvPr>
            <p:ph type="title"/>
          </p:nvPr>
        </p:nvSpPr>
        <p:spPr>
          <a:xfrm>
            <a:off x="685800" y="1066800"/>
            <a:ext cx="8610599"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32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50" name="Shape 50"/>
          <p:cNvSpPr txBox="1">
            <a:spLocks noGrp="1"/>
          </p:cNvSpPr>
          <p:nvPr>
            <p:ph type="body" idx="1"/>
          </p:nvPr>
        </p:nvSpPr>
        <p:spPr>
          <a:xfrm>
            <a:off x="685800" y="1714488"/>
            <a:ext cx="8610599" cy="4572031"/>
          </a:xfrm>
          <a:prstGeom prst="rect">
            <a:avLst/>
          </a:prstGeom>
          <a:noFill/>
          <a:ln>
            <a:noFill/>
          </a:ln>
        </p:spPr>
        <p:txBody>
          <a:bodyPr wrap="square" lIns="91425" tIns="91425" rIns="91425" bIns="91425" anchor="t" anchorCtr="0"/>
          <a:lstStyle>
            <a:lvl1pPr marL="342900" marR="0" lvl="0" indent="-22860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1pPr>
            <a:lvl2pPr marL="742950" marR="0" lvl="1" indent="-17145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2pPr>
            <a:lvl3pPr marL="1143000" marR="0" lvl="2" indent="-228600" algn="l" rtl="0">
              <a:spcBef>
                <a:spcPts val="0"/>
              </a:spcBef>
              <a:spcAft>
                <a:spcPts val="400"/>
              </a:spcAft>
              <a:buClr>
                <a:srgbClr val="D8D8D8"/>
              </a:buClr>
              <a:buFont typeface="Arial"/>
              <a:buChar char="■"/>
              <a:defRPr sz="1800" b="0" i="0" u="none" strike="noStrike" cap="none">
                <a:solidFill>
                  <a:srgbClr val="D8D8D8"/>
                </a:solidFill>
                <a:latin typeface="Calibri"/>
                <a:ea typeface="Calibri"/>
                <a:cs typeface="Calibri"/>
                <a:sym typeface="Calibri"/>
              </a:defRPr>
            </a:lvl3pPr>
            <a:lvl4pPr marL="1600200" marR="0" lvl="3" indent="-11430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4pPr>
            <a:lvl5pPr marL="2057400" marR="0" lvl="4" indent="-114300" algn="l" rtl="0">
              <a:spcBef>
                <a:spcPts val="0"/>
              </a:spcBef>
              <a:spcAft>
                <a:spcPts val="400"/>
              </a:spcAft>
              <a:buClr>
                <a:srgbClr val="D8D8D8"/>
              </a:buClr>
              <a:buSzPct val="100000"/>
              <a:buFont typeface="Arial"/>
              <a:buChar char="»"/>
              <a:defRPr sz="1800" b="0" i="0" u="none" strike="noStrike" cap="none">
                <a:solidFill>
                  <a:srgbClr val="D8D8D8"/>
                </a:solidFill>
                <a:latin typeface="Calibri"/>
                <a:ea typeface="Calibri"/>
                <a:cs typeface="Calibri"/>
                <a:sym typeface="Calibri"/>
              </a:defRPr>
            </a:lvl5pPr>
            <a:lvl6pPr marL="2514600" marR="0" lvl="5"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6pPr>
            <a:lvl7pPr marL="2971800" marR="0" lvl="6"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7pPr>
            <a:lvl8pPr marL="3429000" marR="0" lvl="7"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8pPr>
            <a:lvl9pPr marL="3886200" marR="0" lvl="8" indent="-101600" algn="l" rtl="0">
              <a:spcBef>
                <a:spcPts val="400"/>
              </a:spcBef>
              <a:buClr>
                <a:schemeClr val="dk1"/>
              </a:buClr>
              <a:buSzPct val="100000"/>
              <a:buFont typeface="Arial"/>
              <a:buChar char="•"/>
              <a:defRPr sz="2000"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1091872310"/>
      </p:ext>
    </p:extLst>
  </p:cSld>
  <p:clrMapOvr>
    <a:masterClrMapping/>
  </p:clrMapOvr>
  <p:transition spd="med">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trada">
    <p:spTree>
      <p:nvGrpSpPr>
        <p:cNvPr id="1" name="Shape 51"/>
        <p:cNvGrpSpPr/>
        <p:nvPr/>
      </p:nvGrpSpPr>
      <p:grpSpPr>
        <a:xfrm>
          <a:off x="0" y="0"/>
          <a:ext cx="0" cy="0"/>
          <a:chOff x="0" y="0"/>
          <a:chExt cx="0" cy="0"/>
        </a:xfrm>
      </p:grpSpPr>
      <p:sp>
        <p:nvSpPr>
          <p:cNvPr id="52" name="Shape 52"/>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3" name="Shape 53"/>
          <p:cNvSpPr txBox="1"/>
          <p:nvPr/>
        </p:nvSpPr>
        <p:spPr>
          <a:xfrm flipH="1">
            <a:off x="6764158" y="4953000"/>
            <a:ext cx="182741" cy="374710"/>
          </a:xfrm>
          <a:prstGeom prst="rect">
            <a:avLst/>
          </a:prstGeom>
          <a:solidFill>
            <a:schemeClr val="lt1">
              <a:alpha val="69803"/>
            </a:schemeClr>
          </a:solidFill>
          <a:ln>
            <a:noFill/>
          </a:ln>
        </p:spPr>
        <p:txBody>
          <a:bodyPr wrap="square" lIns="91425" tIns="45700" rIns="91425" bIns="45700" anchor="t" anchorCtr="0">
            <a:noAutofit/>
          </a:bodyPr>
          <a:lstStyle/>
          <a:p>
            <a:pPr marL="342900" marR="0" lvl="0" indent="-342900" algn="l" rtl="0">
              <a:lnSpc>
                <a:spcPct val="100000"/>
              </a:lnSpc>
              <a:spcBef>
                <a:spcPts val="0"/>
              </a:spcBef>
              <a:spcAft>
                <a:spcPts val="0"/>
              </a:spcAft>
              <a:buClr>
                <a:schemeClr val="dk1"/>
              </a:buClr>
              <a:buFont typeface="Arial"/>
              <a:buNone/>
            </a:pPr>
            <a:endParaRPr sz="2000" b="0" i="0" u="none" strike="noStrike" cap="none">
              <a:solidFill>
                <a:srgbClr val="00CAEF"/>
              </a:solidFill>
              <a:latin typeface="Arial"/>
              <a:ea typeface="Arial"/>
              <a:cs typeface="Arial"/>
              <a:sym typeface="Arial"/>
            </a:endParaRPr>
          </a:p>
        </p:txBody>
      </p:sp>
    </p:spTree>
    <p:extLst>
      <p:ext uri="{BB962C8B-B14F-4D97-AF65-F5344CB8AC3E}">
        <p14:creationId xmlns:p14="http://schemas.microsoft.com/office/powerpoint/2010/main" val="2676512783"/>
      </p:ext>
    </p:extLst>
  </p:cSld>
  <p:clrMapOvr>
    <a:masterClrMapping/>
  </p:clrMapOvr>
  <p:transition spd="med">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entrada">
    <p:spTree>
      <p:nvGrpSpPr>
        <p:cNvPr id="1" name="Shape 54"/>
        <p:cNvGrpSpPr/>
        <p:nvPr/>
      </p:nvGrpSpPr>
      <p:grpSpPr>
        <a:xfrm>
          <a:off x="0" y="0"/>
          <a:ext cx="0" cy="0"/>
          <a:chOff x="0" y="0"/>
          <a:chExt cx="0" cy="0"/>
        </a:xfrm>
      </p:grpSpPr>
      <p:sp>
        <p:nvSpPr>
          <p:cNvPr id="55" name="Shape 55"/>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3291598524"/>
      </p:ext>
    </p:extLst>
  </p:cSld>
  <p:clrMapOvr>
    <a:masterClrMapping/>
  </p:clrMapOvr>
  <p:transition spd="med">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squema Personalizado">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4650209"/>
      </p:ext>
    </p:extLst>
  </p:cSld>
  <p:clrMapOvr>
    <a:masterClrMapping/>
  </p:clrMapOvr>
  <p:transition spd="med">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Conteúdo Duplo">
    <p:spTree>
      <p:nvGrpSpPr>
        <p:cNvPr id="1" name=""/>
        <p:cNvGrpSpPr/>
        <p:nvPr/>
      </p:nvGrpSpPr>
      <p:grpSpPr>
        <a:xfrm>
          <a:off x="0" y="0"/>
          <a:ext cx="0" cy="0"/>
          <a:chOff x="0" y="0"/>
          <a:chExt cx="0" cy="0"/>
        </a:xfrm>
      </p:grpSpPr>
      <p:sp>
        <p:nvSpPr>
          <p:cNvPr id="2" name="Título 1"/>
          <p:cNvSpPr>
            <a:spLocks noGrp="1"/>
          </p:cNvSpPr>
          <p:nvPr>
            <p:ph type="title" hasCustomPrompt="1"/>
          </p:nvPr>
        </p:nvSpPr>
        <p:spPr/>
        <p:txBody>
          <a:bodyPr>
            <a:noAutofit/>
          </a:bodyPr>
          <a:lstStyle>
            <a:lvl1pPr>
              <a:defRPr sz="4000" b="1" cap="all" baseline="0"/>
            </a:lvl1pPr>
          </a:lstStyle>
          <a:p>
            <a:r>
              <a:rPr lang="pt-PT" dirty="0"/>
              <a:t>Clique para editar o estilo »</a:t>
            </a:r>
          </a:p>
        </p:txBody>
      </p:sp>
      <p:sp>
        <p:nvSpPr>
          <p:cNvPr id="3" name="Marcador de Posição de Conteúdo 2"/>
          <p:cNvSpPr>
            <a:spLocks noGrp="1"/>
          </p:cNvSpPr>
          <p:nvPr>
            <p:ph sz="half" idx="1"/>
          </p:nvPr>
        </p:nvSpPr>
        <p:spPr>
          <a:xfrm>
            <a:off x="414000" y="1696520"/>
            <a:ext cx="4500000" cy="4590000"/>
          </a:xfrm>
          <a:prstGeom prst="rect">
            <a:avLst/>
          </a:prstGeom>
        </p:spPr>
        <p:txBody>
          <a:bodyPr/>
          <a:lstStyle>
            <a:lvl1pPr>
              <a:defRPr sz="2000"/>
            </a:lvl1pPr>
            <a:lvl2pPr>
              <a:defRPr sz="1800"/>
            </a:lvl2pPr>
            <a:lvl3pPr>
              <a:defRPr sz="1600"/>
            </a:lvl3pPr>
            <a:lvl4pPr>
              <a:defRPr sz="1400"/>
            </a:lvl4pPr>
            <a:lvl5pPr>
              <a:defRPr sz="1200"/>
            </a:lvl5pPr>
            <a:lvl6pPr>
              <a:defRPr sz="1800"/>
            </a:lvl6pPr>
            <a:lvl7pPr>
              <a:defRPr sz="1800"/>
            </a:lvl7pPr>
            <a:lvl8pPr>
              <a:defRPr sz="1800"/>
            </a:lvl8pPr>
            <a:lvl9pPr>
              <a:defRPr sz="1800"/>
            </a:lvl9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
        <p:nvSpPr>
          <p:cNvPr id="5" name="Marcador de Posição da Data 4"/>
          <p:cNvSpPr>
            <a:spLocks noGrp="1"/>
          </p:cNvSpPr>
          <p:nvPr>
            <p:ph type="dt" sz="half" idx="10"/>
          </p:nvPr>
        </p:nvSpPr>
        <p:spPr/>
        <p:txBody>
          <a:bodyPr/>
          <a:lstStyle/>
          <a:p>
            <a:fld id="{44B11A7A-C2E1-40A3-A304-BADFC0305F97}" type="datetimeFigureOut">
              <a:rPr lang="pt-PT" smtClean="0"/>
              <a:pPr/>
              <a:t>24/11/2025</a:t>
            </a:fld>
            <a:endParaRPr lang="pt-PT"/>
          </a:p>
        </p:txBody>
      </p:sp>
      <p:sp>
        <p:nvSpPr>
          <p:cNvPr id="6" name="Marcador de Posição do Rodapé 5"/>
          <p:cNvSpPr>
            <a:spLocks noGrp="1"/>
          </p:cNvSpPr>
          <p:nvPr>
            <p:ph type="ftr" sz="quarter" idx="11"/>
          </p:nvPr>
        </p:nvSpPr>
        <p:spPr/>
        <p:txBody>
          <a:bodyPr/>
          <a:lstStyle/>
          <a:p>
            <a:endParaRPr lang="pt-PT"/>
          </a:p>
        </p:txBody>
      </p:sp>
      <p:sp>
        <p:nvSpPr>
          <p:cNvPr id="7" name="Marcador de Posição do Número do Diapositivo 6"/>
          <p:cNvSpPr>
            <a:spLocks noGrp="1"/>
          </p:cNvSpPr>
          <p:nvPr>
            <p:ph type="sldNum" sz="quarter" idx="12"/>
          </p:nvPr>
        </p:nvSpPr>
        <p:spPr/>
        <p:txBody>
          <a:bodyPr/>
          <a:lstStyle/>
          <a:p>
            <a:fld id="{9F46AC24-9121-4D27-8FE4-0595B5E1EC6D}" type="slidenum">
              <a:rPr lang="pt-PT" smtClean="0"/>
              <a:pPr/>
              <a:t>‹nº›</a:t>
            </a:fld>
            <a:endParaRPr lang="pt-PT"/>
          </a:p>
        </p:txBody>
      </p:sp>
      <p:sp>
        <p:nvSpPr>
          <p:cNvPr id="8" name="Marcador de Posição de Conteúdo 2"/>
          <p:cNvSpPr>
            <a:spLocks noGrp="1"/>
          </p:cNvSpPr>
          <p:nvPr>
            <p:ph sz="half" idx="13"/>
          </p:nvPr>
        </p:nvSpPr>
        <p:spPr>
          <a:xfrm>
            <a:off x="4968000" y="1696520"/>
            <a:ext cx="4500000" cy="4590000"/>
          </a:xfrm>
          <a:prstGeom prst="rect">
            <a:avLst/>
          </a:prstGeom>
        </p:spPr>
        <p:txBody>
          <a:bodyPr/>
          <a:lstStyle>
            <a:lvl1pPr>
              <a:defRPr sz="2000"/>
            </a:lvl1pPr>
            <a:lvl2pPr>
              <a:defRPr sz="1800"/>
            </a:lvl2pPr>
            <a:lvl3pPr>
              <a:defRPr sz="1600"/>
            </a:lvl3pPr>
            <a:lvl4pPr>
              <a:defRPr sz="1400"/>
            </a:lvl4pPr>
            <a:lvl5pPr>
              <a:defRPr sz="1200"/>
            </a:lvl5pPr>
            <a:lvl6pPr>
              <a:defRPr sz="1800"/>
            </a:lvl6pPr>
            <a:lvl7pPr>
              <a:defRPr sz="1800"/>
            </a:lvl7pPr>
            <a:lvl8pPr>
              <a:defRPr sz="1800"/>
            </a:lvl8pPr>
            <a:lvl9pPr>
              <a:defRPr sz="1800"/>
            </a:lvl9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Tree>
    <p:extLst>
      <p:ext uri="{BB962C8B-B14F-4D97-AF65-F5344CB8AC3E}">
        <p14:creationId xmlns:p14="http://schemas.microsoft.com/office/powerpoint/2010/main" val="721517040"/>
      </p:ext>
    </p:extLst>
  </p:cSld>
  <p:clrMapOvr>
    <a:masterClrMapping/>
  </p:clrMapOvr>
  <p:transition spd="med">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Em branco">
    <p:spTree>
      <p:nvGrpSpPr>
        <p:cNvPr id="1" name=""/>
        <p:cNvGrpSpPr/>
        <p:nvPr/>
      </p:nvGrpSpPr>
      <p:grpSpPr>
        <a:xfrm>
          <a:off x="0" y="0"/>
          <a:ext cx="0" cy="0"/>
          <a:chOff x="0" y="0"/>
          <a:chExt cx="0" cy="0"/>
        </a:xfrm>
      </p:grpSpPr>
      <p:sp>
        <p:nvSpPr>
          <p:cNvPr id="2" name="Marcador de Posição da Data 1"/>
          <p:cNvSpPr>
            <a:spLocks noGrp="1"/>
          </p:cNvSpPr>
          <p:nvPr>
            <p:ph type="dt" sz="half" idx="10"/>
          </p:nvPr>
        </p:nvSpPr>
        <p:spPr/>
        <p:txBody>
          <a:bodyPr/>
          <a:lstStyle/>
          <a:p>
            <a:fld id="{44B11A7A-C2E1-40A3-A304-BADFC0305F97}" type="datetimeFigureOut">
              <a:rPr lang="pt-PT" smtClean="0"/>
              <a:pPr/>
              <a:t>24/11/2025</a:t>
            </a:fld>
            <a:endParaRPr lang="pt-PT"/>
          </a:p>
        </p:txBody>
      </p:sp>
      <p:sp>
        <p:nvSpPr>
          <p:cNvPr id="3" name="Marcador de Posição do Rodapé 2"/>
          <p:cNvSpPr>
            <a:spLocks noGrp="1"/>
          </p:cNvSpPr>
          <p:nvPr>
            <p:ph type="ftr" sz="quarter" idx="11"/>
          </p:nvPr>
        </p:nvSpPr>
        <p:spPr/>
        <p:txBody>
          <a:bodyPr/>
          <a:lstStyle/>
          <a:p>
            <a:endParaRPr lang="pt-PT"/>
          </a:p>
        </p:txBody>
      </p:sp>
      <p:sp>
        <p:nvSpPr>
          <p:cNvPr id="4" name="Marcador de Posição do Número do Diapositivo 3"/>
          <p:cNvSpPr>
            <a:spLocks noGrp="1"/>
          </p:cNvSpPr>
          <p:nvPr>
            <p:ph type="sldNum" sz="quarter" idx="12"/>
          </p:nvPr>
        </p:nvSpPr>
        <p:spPr/>
        <p:txBody>
          <a:bodyPr/>
          <a:lstStyle/>
          <a:p>
            <a:fld id="{9F46AC24-9121-4D27-8FE4-0595B5E1EC6D}" type="slidenum">
              <a:rPr lang="pt-PT" smtClean="0"/>
              <a:pPr/>
              <a:t>‹nº›</a:t>
            </a:fld>
            <a:endParaRPr lang="pt-PT"/>
          </a:p>
        </p:txBody>
      </p:sp>
      <p:sp>
        <p:nvSpPr>
          <p:cNvPr id="5" name="Marcador de Posição do Título 1"/>
          <p:cNvSpPr>
            <a:spLocks noGrp="1"/>
          </p:cNvSpPr>
          <p:nvPr>
            <p:ph type="title"/>
          </p:nvPr>
        </p:nvSpPr>
        <p:spPr>
          <a:xfrm>
            <a:off x="685800" y="1066800"/>
            <a:ext cx="8610600" cy="571504"/>
          </a:xfrm>
          <a:prstGeom prst="rect">
            <a:avLst/>
          </a:prstGeom>
        </p:spPr>
        <p:txBody>
          <a:bodyPr vert="horz" lIns="90000" tIns="45720" rIns="91440" bIns="45720" rtlCol="0" anchor="t" anchorCtr="0">
            <a:noAutofit/>
          </a:bodyPr>
          <a:lstStyle/>
          <a:p>
            <a:r>
              <a:rPr lang="pt-PT" dirty="0"/>
              <a:t>TÍTULO</a:t>
            </a:r>
          </a:p>
        </p:txBody>
      </p:sp>
      <p:sp>
        <p:nvSpPr>
          <p:cNvPr id="6" name="Marcador de Posição do Texto 2"/>
          <p:cNvSpPr>
            <a:spLocks noGrp="1"/>
          </p:cNvSpPr>
          <p:nvPr>
            <p:ph idx="1" hasCustomPrompt="1"/>
          </p:nvPr>
        </p:nvSpPr>
        <p:spPr>
          <a:xfrm>
            <a:off x="685800" y="1714488"/>
            <a:ext cx="8610600" cy="4572032"/>
          </a:xfrm>
          <a:prstGeom prst="rect">
            <a:avLst/>
          </a:prstGeom>
        </p:spPr>
        <p:txBody>
          <a:bodyPr vert="horz" lIns="91440" tIns="45720" rIns="91440" bIns="45720" rtlCol="0">
            <a:normAutofit/>
          </a:bodyPr>
          <a:lstStyle/>
          <a:p>
            <a:pPr lvl="1"/>
            <a:r>
              <a:rPr lang="pt-PT" dirty="0"/>
              <a:t>Segundo nível</a:t>
            </a:r>
          </a:p>
          <a:p>
            <a:pPr lvl="2"/>
            <a:r>
              <a:rPr lang="pt-PT" dirty="0"/>
              <a:t>Terceiro nível</a:t>
            </a:r>
          </a:p>
          <a:p>
            <a:pPr lvl="3"/>
            <a:r>
              <a:rPr lang="pt-PT" dirty="0"/>
              <a:t>Quarto nível</a:t>
            </a:r>
          </a:p>
          <a:p>
            <a:pPr lvl="4"/>
            <a:r>
              <a:rPr lang="pt-PT" dirty="0"/>
              <a:t>Quinto nível</a:t>
            </a:r>
          </a:p>
        </p:txBody>
      </p:sp>
    </p:spTree>
    <p:extLst>
      <p:ext uri="{BB962C8B-B14F-4D97-AF65-F5344CB8AC3E}">
        <p14:creationId xmlns:p14="http://schemas.microsoft.com/office/powerpoint/2010/main" val="2694208087"/>
      </p:ext>
    </p:extLst>
  </p:cSld>
  <p:clrMapOvr>
    <a:masterClrMapping/>
  </p:clrMapOvr>
  <p:transition spd="med">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Em branco">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5" name="Marcador de Posição do Título 1"/>
          <p:cNvSpPr>
            <a:spLocks noGrp="1"/>
          </p:cNvSpPr>
          <p:nvPr>
            <p:ph type="title"/>
          </p:nvPr>
        </p:nvSpPr>
        <p:spPr>
          <a:xfrm>
            <a:off x="685800" y="1066800"/>
            <a:ext cx="8534400" cy="571504"/>
          </a:xfrm>
          <a:prstGeom prst="rect">
            <a:avLst/>
          </a:prstGeom>
        </p:spPr>
        <p:txBody>
          <a:bodyPr vert="horz" lIns="90000" tIns="45720" rIns="91440" bIns="45720" rtlCol="0" anchor="t" anchorCtr="0">
            <a:noAutofit/>
          </a:bodyPr>
          <a:lstStyle/>
          <a:p>
            <a:r>
              <a:rPr lang="pt-PT" dirty="0"/>
              <a:t>TÍTULO</a:t>
            </a:r>
          </a:p>
        </p:txBody>
      </p:sp>
      <p:sp>
        <p:nvSpPr>
          <p:cNvPr id="6" name="Marcador de Posição do Texto 2"/>
          <p:cNvSpPr>
            <a:spLocks noGrp="1"/>
          </p:cNvSpPr>
          <p:nvPr>
            <p:ph idx="1"/>
          </p:nvPr>
        </p:nvSpPr>
        <p:spPr>
          <a:xfrm>
            <a:off x="685800" y="1714488"/>
            <a:ext cx="8534400" cy="4305312"/>
          </a:xfrm>
          <a:prstGeom prst="rect">
            <a:avLst/>
          </a:prstGeom>
        </p:spPr>
        <p:txBody>
          <a:bodyPr vert="horz" lIns="91440" tIns="45720" rIns="91440" bIns="45720" rtlCol="0">
            <a:normAutofit/>
          </a:bodyPr>
          <a:lstStyle>
            <a:lvl1pPr>
              <a:defRPr sz="1800">
                <a:solidFill>
                  <a:srgbClr val="D9D9D9"/>
                </a:solidFill>
              </a:defRPr>
            </a:lvl1pPr>
            <a:lvl2pPr>
              <a:defRPr sz="1800">
                <a:solidFill>
                  <a:srgbClr val="D9D9D9"/>
                </a:solidFill>
              </a:defRPr>
            </a:lvl2pPr>
            <a:lvl3pPr>
              <a:defRPr sz="1800">
                <a:solidFill>
                  <a:srgbClr val="D9D9D9"/>
                </a:solidFill>
              </a:defRPr>
            </a:lvl3pPr>
            <a:lvl4pPr>
              <a:defRPr sz="1800">
                <a:solidFill>
                  <a:srgbClr val="D9D9D9"/>
                </a:solidFill>
              </a:defRPr>
            </a:lvl4pPr>
            <a:lvl5pPr>
              <a:defRPr sz="1800">
                <a:solidFill>
                  <a:srgbClr val="D9D9D9"/>
                </a:solidFill>
              </a:defRPr>
            </a:lvl5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Tree>
    <p:extLst>
      <p:ext uri="{BB962C8B-B14F-4D97-AF65-F5344CB8AC3E}">
        <p14:creationId xmlns:p14="http://schemas.microsoft.com/office/powerpoint/2010/main" val="792648683"/>
      </p:ext>
    </p:extLst>
  </p:cSld>
  <p:clrMapOvr>
    <a:masterClrMapping/>
  </p:clrMapOvr>
  <p:transition spd="med">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onteúdo Duplo">
    <p:spTree>
      <p:nvGrpSpPr>
        <p:cNvPr id="1" name=""/>
        <p:cNvGrpSpPr/>
        <p:nvPr/>
      </p:nvGrpSpPr>
      <p:grpSpPr>
        <a:xfrm>
          <a:off x="0" y="0"/>
          <a:ext cx="0" cy="0"/>
          <a:chOff x="0" y="0"/>
          <a:chExt cx="0" cy="0"/>
        </a:xfrm>
      </p:grpSpPr>
      <p:sp>
        <p:nvSpPr>
          <p:cNvPr id="2" name="Título 1"/>
          <p:cNvSpPr>
            <a:spLocks noGrp="1"/>
          </p:cNvSpPr>
          <p:nvPr>
            <p:ph type="title" hasCustomPrompt="1"/>
          </p:nvPr>
        </p:nvSpPr>
        <p:spPr/>
        <p:txBody>
          <a:bodyPr>
            <a:noAutofit/>
          </a:bodyPr>
          <a:lstStyle>
            <a:lvl1pPr>
              <a:defRPr sz="4000" b="1" cap="all" baseline="0"/>
            </a:lvl1pPr>
          </a:lstStyle>
          <a:p>
            <a:r>
              <a:rPr lang="pt-PT" dirty="0"/>
              <a:t>Clique para editar o estilo »</a:t>
            </a:r>
          </a:p>
        </p:txBody>
      </p:sp>
      <p:sp>
        <p:nvSpPr>
          <p:cNvPr id="3" name="Marcador de Posição de Conteúdo 2"/>
          <p:cNvSpPr>
            <a:spLocks noGrp="1"/>
          </p:cNvSpPr>
          <p:nvPr>
            <p:ph sz="half" idx="1"/>
          </p:nvPr>
        </p:nvSpPr>
        <p:spPr>
          <a:xfrm>
            <a:off x="414000" y="1696520"/>
            <a:ext cx="4500000" cy="4590000"/>
          </a:xfrm>
          <a:prstGeom prst="rect">
            <a:avLst/>
          </a:prstGeom>
        </p:spPr>
        <p:txBody>
          <a:bodyPr/>
          <a:lstStyle>
            <a:lvl1pPr>
              <a:defRPr sz="2000"/>
            </a:lvl1pPr>
            <a:lvl2pPr>
              <a:defRPr sz="1800"/>
            </a:lvl2pPr>
            <a:lvl3pPr>
              <a:defRPr sz="1600"/>
            </a:lvl3pPr>
            <a:lvl4pPr>
              <a:defRPr sz="1400"/>
            </a:lvl4pPr>
            <a:lvl5pPr>
              <a:defRPr sz="1200"/>
            </a:lvl5pPr>
            <a:lvl6pPr>
              <a:defRPr sz="1800"/>
            </a:lvl6pPr>
            <a:lvl7pPr>
              <a:defRPr sz="1800"/>
            </a:lvl7pPr>
            <a:lvl8pPr>
              <a:defRPr sz="1800"/>
            </a:lvl8pPr>
            <a:lvl9pPr>
              <a:defRPr sz="1800"/>
            </a:lvl9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
        <p:nvSpPr>
          <p:cNvPr id="5" name="Marcador de Posição da Data 4"/>
          <p:cNvSpPr>
            <a:spLocks noGrp="1"/>
          </p:cNvSpPr>
          <p:nvPr>
            <p:ph type="dt" sz="half" idx="10"/>
          </p:nvPr>
        </p:nvSpPr>
        <p:spPr/>
        <p:txBody>
          <a:bodyPr/>
          <a:lstStyle/>
          <a:p>
            <a:fld id="{44B11A7A-C2E1-40A3-A304-BADFC0305F97}" type="datetimeFigureOut">
              <a:rPr lang="pt-PT" smtClean="0"/>
              <a:pPr/>
              <a:t>24/11/2025</a:t>
            </a:fld>
            <a:endParaRPr lang="pt-PT"/>
          </a:p>
        </p:txBody>
      </p:sp>
      <p:sp>
        <p:nvSpPr>
          <p:cNvPr id="6" name="Marcador de Posição do Rodapé 5"/>
          <p:cNvSpPr>
            <a:spLocks noGrp="1"/>
          </p:cNvSpPr>
          <p:nvPr>
            <p:ph type="ftr" sz="quarter" idx="11"/>
          </p:nvPr>
        </p:nvSpPr>
        <p:spPr/>
        <p:txBody>
          <a:bodyPr/>
          <a:lstStyle/>
          <a:p>
            <a:endParaRPr lang="pt-PT"/>
          </a:p>
        </p:txBody>
      </p:sp>
      <p:sp>
        <p:nvSpPr>
          <p:cNvPr id="7" name="Marcador de Posição do Número do Diapositivo 6"/>
          <p:cNvSpPr>
            <a:spLocks noGrp="1"/>
          </p:cNvSpPr>
          <p:nvPr>
            <p:ph type="sldNum" sz="quarter" idx="12"/>
          </p:nvPr>
        </p:nvSpPr>
        <p:spPr/>
        <p:txBody>
          <a:bodyPr/>
          <a:lstStyle/>
          <a:p>
            <a:fld id="{9F46AC24-9121-4D27-8FE4-0595B5E1EC6D}" type="slidenum">
              <a:rPr lang="pt-PT" smtClean="0"/>
              <a:pPr/>
              <a:t>‹nº›</a:t>
            </a:fld>
            <a:endParaRPr lang="pt-PT"/>
          </a:p>
        </p:txBody>
      </p:sp>
      <p:sp>
        <p:nvSpPr>
          <p:cNvPr id="8" name="Marcador de Posição de Conteúdo 2"/>
          <p:cNvSpPr>
            <a:spLocks noGrp="1"/>
          </p:cNvSpPr>
          <p:nvPr>
            <p:ph sz="half" idx="13"/>
          </p:nvPr>
        </p:nvSpPr>
        <p:spPr>
          <a:xfrm>
            <a:off x="4968000" y="1696520"/>
            <a:ext cx="4500000" cy="4590000"/>
          </a:xfrm>
          <a:prstGeom prst="rect">
            <a:avLst/>
          </a:prstGeom>
        </p:spPr>
        <p:txBody>
          <a:bodyPr/>
          <a:lstStyle>
            <a:lvl1pPr>
              <a:defRPr sz="2000"/>
            </a:lvl1pPr>
            <a:lvl2pPr>
              <a:defRPr sz="1800"/>
            </a:lvl2pPr>
            <a:lvl3pPr>
              <a:defRPr sz="1600"/>
            </a:lvl3pPr>
            <a:lvl4pPr>
              <a:defRPr sz="1400"/>
            </a:lvl4pPr>
            <a:lvl5pPr>
              <a:defRPr sz="1200"/>
            </a:lvl5pPr>
            <a:lvl6pPr>
              <a:defRPr sz="1800"/>
            </a:lvl6pPr>
            <a:lvl7pPr>
              <a:defRPr sz="1800"/>
            </a:lvl7pPr>
            <a:lvl8pPr>
              <a:defRPr sz="1800"/>
            </a:lvl8pPr>
            <a:lvl9pPr>
              <a:defRPr sz="1800"/>
            </a:lvl9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Tree>
  </p:cSld>
  <p:clrMapOvr>
    <a:masterClrMapping/>
  </p:clrMapOvr>
  <p:transition spd="med">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Em branco">
    <p:spTree>
      <p:nvGrpSpPr>
        <p:cNvPr id="1" name=""/>
        <p:cNvGrpSpPr/>
        <p:nvPr/>
      </p:nvGrpSpPr>
      <p:grpSpPr>
        <a:xfrm>
          <a:off x="0" y="0"/>
          <a:ext cx="0" cy="0"/>
          <a:chOff x="0" y="0"/>
          <a:chExt cx="0" cy="0"/>
        </a:xfrm>
      </p:grpSpPr>
      <p:sp>
        <p:nvSpPr>
          <p:cNvPr id="2" name="Marcador de Posição da Data 1"/>
          <p:cNvSpPr>
            <a:spLocks noGrp="1"/>
          </p:cNvSpPr>
          <p:nvPr>
            <p:ph type="dt" sz="half" idx="10"/>
          </p:nvPr>
        </p:nvSpPr>
        <p:spPr/>
        <p:txBody>
          <a:bodyPr/>
          <a:lstStyle/>
          <a:p>
            <a:fld id="{44B11A7A-C2E1-40A3-A304-BADFC0305F97}" type="datetimeFigureOut">
              <a:rPr lang="pt-PT" smtClean="0"/>
              <a:pPr/>
              <a:t>24/11/2025</a:t>
            </a:fld>
            <a:endParaRPr lang="pt-PT"/>
          </a:p>
        </p:txBody>
      </p:sp>
      <p:sp>
        <p:nvSpPr>
          <p:cNvPr id="3" name="Marcador de Posição do Rodapé 2"/>
          <p:cNvSpPr>
            <a:spLocks noGrp="1"/>
          </p:cNvSpPr>
          <p:nvPr>
            <p:ph type="ftr" sz="quarter" idx="11"/>
          </p:nvPr>
        </p:nvSpPr>
        <p:spPr/>
        <p:txBody>
          <a:bodyPr/>
          <a:lstStyle/>
          <a:p>
            <a:endParaRPr lang="pt-PT"/>
          </a:p>
        </p:txBody>
      </p:sp>
      <p:sp>
        <p:nvSpPr>
          <p:cNvPr id="4" name="Marcador de Posição do Número do Diapositivo 3"/>
          <p:cNvSpPr>
            <a:spLocks noGrp="1"/>
          </p:cNvSpPr>
          <p:nvPr>
            <p:ph type="sldNum" sz="quarter" idx="12"/>
          </p:nvPr>
        </p:nvSpPr>
        <p:spPr/>
        <p:txBody>
          <a:bodyPr/>
          <a:lstStyle/>
          <a:p>
            <a:fld id="{9F46AC24-9121-4D27-8FE4-0595B5E1EC6D}" type="slidenum">
              <a:rPr lang="pt-PT" smtClean="0"/>
              <a:pPr/>
              <a:t>‹nº›</a:t>
            </a:fld>
            <a:endParaRPr lang="pt-PT"/>
          </a:p>
        </p:txBody>
      </p:sp>
      <p:sp>
        <p:nvSpPr>
          <p:cNvPr id="5" name="Marcador de Posição do Título 1"/>
          <p:cNvSpPr>
            <a:spLocks noGrp="1"/>
          </p:cNvSpPr>
          <p:nvPr>
            <p:ph type="title"/>
          </p:nvPr>
        </p:nvSpPr>
        <p:spPr>
          <a:xfrm>
            <a:off x="685800" y="1066800"/>
            <a:ext cx="8610600" cy="571504"/>
          </a:xfrm>
          <a:prstGeom prst="rect">
            <a:avLst/>
          </a:prstGeom>
        </p:spPr>
        <p:txBody>
          <a:bodyPr vert="horz" lIns="90000" tIns="45720" rIns="91440" bIns="45720" rtlCol="0" anchor="t" anchorCtr="0">
            <a:noAutofit/>
          </a:bodyPr>
          <a:lstStyle/>
          <a:p>
            <a:r>
              <a:rPr lang="pt-PT" dirty="0"/>
              <a:t>TÍTULO</a:t>
            </a:r>
          </a:p>
        </p:txBody>
      </p:sp>
      <p:sp>
        <p:nvSpPr>
          <p:cNvPr id="6" name="Marcador de Posição do Texto 2"/>
          <p:cNvSpPr>
            <a:spLocks noGrp="1"/>
          </p:cNvSpPr>
          <p:nvPr>
            <p:ph idx="1" hasCustomPrompt="1"/>
          </p:nvPr>
        </p:nvSpPr>
        <p:spPr>
          <a:xfrm>
            <a:off x="685800" y="1714488"/>
            <a:ext cx="8610600" cy="4572032"/>
          </a:xfrm>
          <a:prstGeom prst="rect">
            <a:avLst/>
          </a:prstGeom>
        </p:spPr>
        <p:txBody>
          <a:bodyPr vert="horz" lIns="91440" tIns="45720" rIns="91440" bIns="45720" rtlCol="0">
            <a:normAutofit/>
          </a:bodyPr>
          <a:lstStyle/>
          <a:p>
            <a:pPr lvl="1"/>
            <a:r>
              <a:rPr lang="pt-PT" dirty="0"/>
              <a:t>Segundo nível</a:t>
            </a:r>
          </a:p>
          <a:p>
            <a:pPr lvl="2"/>
            <a:r>
              <a:rPr lang="pt-PT" dirty="0"/>
              <a:t>Terceiro nível</a:t>
            </a:r>
          </a:p>
          <a:p>
            <a:pPr lvl="3"/>
            <a:r>
              <a:rPr lang="pt-PT" dirty="0"/>
              <a:t>Quarto nível</a:t>
            </a:r>
          </a:p>
          <a:p>
            <a:pPr lvl="4"/>
            <a:r>
              <a:rPr lang="pt-PT" dirty="0"/>
              <a:t>Quinto nível</a:t>
            </a:r>
          </a:p>
        </p:txBody>
      </p:sp>
    </p:spTree>
  </p:cSld>
  <p:clrMapOvr>
    <a:masterClrMapping/>
  </p:clrMapOvr>
  <p:transition spd="med">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_Em branco">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5" name="Marcador de Posição do Título 1"/>
          <p:cNvSpPr>
            <a:spLocks noGrp="1"/>
          </p:cNvSpPr>
          <p:nvPr>
            <p:ph type="title"/>
          </p:nvPr>
        </p:nvSpPr>
        <p:spPr>
          <a:xfrm>
            <a:off x="685800" y="1066800"/>
            <a:ext cx="8534400" cy="571504"/>
          </a:xfrm>
          <a:prstGeom prst="rect">
            <a:avLst/>
          </a:prstGeom>
        </p:spPr>
        <p:txBody>
          <a:bodyPr vert="horz" lIns="90000" tIns="45720" rIns="91440" bIns="45720" rtlCol="0" anchor="t" anchorCtr="0">
            <a:noAutofit/>
          </a:bodyPr>
          <a:lstStyle/>
          <a:p>
            <a:r>
              <a:rPr lang="pt-PT" dirty="0"/>
              <a:t>TÍTULO</a:t>
            </a:r>
          </a:p>
        </p:txBody>
      </p:sp>
      <p:sp>
        <p:nvSpPr>
          <p:cNvPr id="6" name="Marcador de Posição do Texto 2"/>
          <p:cNvSpPr>
            <a:spLocks noGrp="1"/>
          </p:cNvSpPr>
          <p:nvPr>
            <p:ph idx="1"/>
          </p:nvPr>
        </p:nvSpPr>
        <p:spPr>
          <a:xfrm>
            <a:off x="685800" y="1714488"/>
            <a:ext cx="8534400" cy="4305312"/>
          </a:xfrm>
          <a:prstGeom prst="rect">
            <a:avLst/>
          </a:prstGeom>
        </p:spPr>
        <p:txBody>
          <a:bodyPr vert="horz" lIns="91440" tIns="45720" rIns="91440" bIns="45720" rtlCol="0">
            <a:normAutofit/>
          </a:bodyPr>
          <a:lstStyle>
            <a:lvl1pPr>
              <a:defRPr sz="1800">
                <a:solidFill>
                  <a:srgbClr val="D9D9D9"/>
                </a:solidFill>
              </a:defRPr>
            </a:lvl1pPr>
            <a:lvl2pPr>
              <a:defRPr sz="1800">
                <a:solidFill>
                  <a:srgbClr val="D9D9D9"/>
                </a:solidFill>
              </a:defRPr>
            </a:lvl2pPr>
            <a:lvl3pPr>
              <a:defRPr sz="1800">
                <a:solidFill>
                  <a:srgbClr val="D9D9D9"/>
                </a:solidFill>
              </a:defRPr>
            </a:lvl3pPr>
            <a:lvl4pPr>
              <a:defRPr sz="1800">
                <a:solidFill>
                  <a:srgbClr val="D9D9D9"/>
                </a:solidFill>
              </a:defRPr>
            </a:lvl4pPr>
            <a:lvl5pPr>
              <a:defRPr sz="1800">
                <a:solidFill>
                  <a:srgbClr val="D9D9D9"/>
                </a:solidFill>
              </a:defRPr>
            </a:lvl5pPr>
          </a:lstStyle>
          <a:p>
            <a:pPr lvl="0"/>
            <a:r>
              <a:rPr lang="pt-PT" dirty="0"/>
              <a:t>Clique para editar os estilos</a:t>
            </a:r>
          </a:p>
          <a:p>
            <a:pPr lvl="1"/>
            <a:r>
              <a:rPr lang="pt-PT" dirty="0"/>
              <a:t>Segundo nível</a:t>
            </a:r>
          </a:p>
          <a:p>
            <a:pPr lvl="2"/>
            <a:r>
              <a:rPr lang="pt-PT" dirty="0"/>
              <a:t>Terceiro nível</a:t>
            </a:r>
          </a:p>
          <a:p>
            <a:pPr lvl="3"/>
            <a:r>
              <a:rPr lang="pt-PT" dirty="0"/>
              <a:t>Quarto nível</a:t>
            </a:r>
          </a:p>
          <a:p>
            <a:pPr lvl="4"/>
            <a:r>
              <a:rPr lang="pt-PT" dirty="0"/>
              <a:t>Quinto nível</a:t>
            </a:r>
          </a:p>
        </p:txBody>
      </p:sp>
    </p:spTree>
  </p:cSld>
  <p:clrMapOvr>
    <a:masterClrMapping/>
  </p:clrMapOvr>
  <p:transition spd="med">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Shape 9"/>
        <p:cNvGrpSpPr/>
        <p:nvPr/>
      </p:nvGrpSpPr>
      <p:grpSpPr>
        <a:xfrm>
          <a:off x="0" y="0"/>
          <a:ext cx="0" cy="0"/>
          <a:chOff x="0" y="0"/>
          <a:chExt cx="0" cy="0"/>
        </a:xfrm>
      </p:grpSpPr>
      <p:sp>
        <p:nvSpPr>
          <p:cNvPr id="4" name="Retângulo: Cantos Arredondados 3">
            <a:extLst>
              <a:ext uri="{FF2B5EF4-FFF2-40B4-BE49-F238E27FC236}">
                <a16:creationId xmlns:a16="http://schemas.microsoft.com/office/drawing/2014/main" id="{CD0DF30C-F77B-4F2F-9EB1-3B93EBB0DB99}"/>
              </a:ext>
            </a:extLst>
          </p:cNvPr>
          <p:cNvSpPr/>
          <p:nvPr userDrawn="1"/>
        </p:nvSpPr>
        <p:spPr>
          <a:xfrm>
            <a:off x="324908" y="6390861"/>
            <a:ext cx="9214886" cy="467139"/>
          </a:xfrm>
          <a:prstGeom prst="roundRect">
            <a:avLst>
              <a:gd name="adj" fmla="val 6170"/>
            </a:avLst>
          </a:prstGeom>
          <a:solidFill>
            <a:srgbClr val="9A1A2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solidFill>
                <a:srgbClr val="9A1A24"/>
              </a:solidFill>
            </a:endParaRPr>
          </a:p>
        </p:txBody>
      </p:sp>
      <p:sp>
        <p:nvSpPr>
          <p:cNvPr id="10" name="Shape 10"/>
          <p:cNvSpPr txBox="1">
            <a:spLocks noGrp="1"/>
          </p:cNvSpPr>
          <p:nvPr>
            <p:ph type="dt" idx="10"/>
          </p:nvPr>
        </p:nvSpPr>
        <p:spPr>
          <a:xfrm>
            <a:off x="495300" y="6492898"/>
            <a:ext cx="1028675" cy="365125"/>
          </a:xfrm>
          <a:prstGeom prst="rect">
            <a:avLst/>
          </a:prstGeom>
          <a:noFill/>
          <a:ln>
            <a:noFill/>
          </a:ln>
        </p:spPr>
        <p:txBody>
          <a:bodyPr wrap="square" lIns="91425" tIns="91425" rIns="91425" bIns="91425" anchor="ctr" anchorCtr="0"/>
          <a:lstStyle>
            <a:lvl1pPr marL="0" marR="0" lvl="0" indent="0" algn="l" rtl="0">
              <a:spcBef>
                <a:spcPts val="0"/>
              </a:spcBef>
              <a:buNone/>
              <a:defRPr sz="1200" b="0" i="0" u="none" strike="noStrike" cap="none">
                <a:solidFill>
                  <a:srgbClr val="888888"/>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11" name="Shape 11"/>
          <p:cNvSpPr txBox="1">
            <a:spLocks noGrp="1"/>
          </p:cNvSpPr>
          <p:nvPr>
            <p:ph type="ftr" idx="11"/>
          </p:nvPr>
        </p:nvSpPr>
        <p:spPr>
          <a:xfrm>
            <a:off x="1666851" y="6492898"/>
            <a:ext cx="6831106" cy="365125"/>
          </a:xfrm>
          <a:prstGeom prst="rect">
            <a:avLst/>
          </a:prstGeom>
          <a:noFill/>
          <a:ln>
            <a:noFill/>
          </a:ln>
        </p:spPr>
        <p:txBody>
          <a:bodyPr wrap="square" lIns="91425" tIns="91425" rIns="91425" bIns="91425" anchor="ctr" anchorCtr="0"/>
          <a:lstStyle>
            <a:lvl1pPr marL="0" marR="0" lvl="0" indent="0" algn="ctr" rtl="0">
              <a:spcBef>
                <a:spcPts val="0"/>
              </a:spcBef>
              <a:buNone/>
              <a:defRPr sz="1200" b="0" i="1" u="none" strike="noStrike" cap="none">
                <a:solidFill>
                  <a:srgbClr val="888888"/>
                </a:solidFill>
                <a:latin typeface="Kozuka Gothic Pro M" panose="020B0700000000000000" pitchFamily="34" charset="-128"/>
                <a:ea typeface="Kozuka Gothic Pro M" panose="020B0700000000000000" pitchFamily="34" charset="-128"/>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lang="pt-PT" dirty="0"/>
          </a:p>
        </p:txBody>
      </p:sp>
      <p:sp>
        <p:nvSpPr>
          <p:cNvPr id="12" name="Shape 12"/>
          <p:cNvSpPr txBox="1">
            <a:spLocks noGrp="1"/>
          </p:cNvSpPr>
          <p:nvPr>
            <p:ph type="sldNum" idx="12"/>
          </p:nvPr>
        </p:nvSpPr>
        <p:spPr>
          <a:xfrm>
            <a:off x="8632453" y="6492875"/>
            <a:ext cx="857255" cy="365125"/>
          </a:xfrm>
          <a:prstGeom prst="rect">
            <a:avLst/>
          </a:prstGeom>
          <a:noFill/>
          <a:ln>
            <a:noFill/>
          </a:ln>
        </p:spPr>
        <p:txBody>
          <a:bodyPr wrap="square" lIns="91425" tIns="45700" rIns="91425" bIns="45700" anchor="ctr" anchorCtr="0">
            <a:noAutofit/>
          </a:bodyPr>
          <a:lstStyle/>
          <a:p>
            <a:pPr marL="0" marR="0" lvl="0" indent="0" algn="r" rtl="0">
              <a:spcBef>
                <a:spcPts val="0"/>
              </a:spcBef>
              <a:buSzPct val="25000"/>
              <a:buNone/>
            </a:pPr>
            <a:fld id="{00000000-1234-1234-1234-123412341234}" type="slidenum">
              <a:rPr lang="pt-PT" sz="1200" b="0" i="0" u="none" strike="noStrike" cap="none">
                <a:solidFill>
                  <a:srgbClr val="888888"/>
                </a:solidFill>
                <a:latin typeface="Arial"/>
                <a:ea typeface="Arial"/>
                <a:cs typeface="Arial"/>
                <a:sym typeface="Arial"/>
              </a:rPr>
              <a:t>‹nº›</a:t>
            </a:fld>
            <a:endParaRPr lang="pt-PT" sz="1200" b="0" i="0" u="none" strike="noStrike" cap="none" dirty="0">
              <a:solidFill>
                <a:srgbClr val="888888"/>
              </a:solidFill>
              <a:latin typeface="Arial"/>
              <a:ea typeface="Arial"/>
              <a:cs typeface="Arial"/>
              <a:sym typeface="Arial"/>
            </a:endParaRPr>
          </a:p>
        </p:txBody>
      </p:sp>
      <p:sp>
        <p:nvSpPr>
          <p:cNvPr id="13" name="Shape 13"/>
          <p:cNvSpPr txBox="1">
            <a:spLocks noGrp="1"/>
          </p:cNvSpPr>
          <p:nvPr>
            <p:ph type="title"/>
          </p:nvPr>
        </p:nvSpPr>
        <p:spPr>
          <a:xfrm>
            <a:off x="685800" y="1066800"/>
            <a:ext cx="8771399" cy="571503"/>
          </a:xfrm>
          <a:prstGeom prst="rect">
            <a:avLst/>
          </a:prstGeom>
          <a:noFill/>
          <a:ln>
            <a:noFill/>
          </a:ln>
        </p:spPr>
        <p:txBody>
          <a:bodyPr wrap="square" lIns="91425" tIns="91425" rIns="91425" bIns="91425" anchor="t" anchorCtr="0"/>
          <a:lstStyle>
            <a:lvl1pPr marL="0" marR="0" lvl="0" indent="0" algn="l" rtl="0">
              <a:spcBef>
                <a:spcPts val="0"/>
              </a:spcBef>
              <a:buClr>
                <a:schemeClr val="lt1"/>
              </a:buClr>
              <a:buFont typeface="Calibri"/>
              <a:buNone/>
              <a:defRPr sz="32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pic>
        <p:nvPicPr>
          <p:cNvPr id="15" name="Imagem 14">
            <a:extLst>
              <a:ext uri="{FF2B5EF4-FFF2-40B4-BE49-F238E27FC236}">
                <a16:creationId xmlns:a16="http://schemas.microsoft.com/office/drawing/2014/main" id="{D3441222-7DC4-AAA3-4880-5CB78D81CC04}"/>
              </a:ext>
            </a:extLst>
          </p:cNvPr>
          <p:cNvPicPr>
            <a:picLocks noChangeAspect="1"/>
          </p:cNvPicPr>
          <p:nvPr userDrawn="1"/>
        </p:nvPicPr>
        <p:blipFill>
          <a:blip r:embed="rId18"/>
          <a:stretch>
            <a:fillRect/>
          </a:stretch>
        </p:blipFill>
        <p:spPr>
          <a:xfrm>
            <a:off x="0" y="-10536"/>
            <a:ext cx="9906000" cy="996500"/>
          </a:xfrm>
          <a:prstGeom prst="rect">
            <a:avLst/>
          </a:prstGeom>
        </p:spPr>
      </p:pic>
    </p:spTree>
    <p:extLst>
      <p:ext uri="{BB962C8B-B14F-4D97-AF65-F5344CB8AC3E}">
        <p14:creationId xmlns:p14="http://schemas.microsoft.com/office/powerpoint/2010/main" val="2703164409"/>
      </p:ext>
    </p:extLst>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52" r:id="rId14"/>
    <p:sldLayoutId id="2147483655" r:id="rId15"/>
    <p:sldLayoutId id="2147483661" r:id="rId16"/>
  </p:sldLayoutIdLst>
  <p:transition spd="med">
    <p:fad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7_0.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2.xml.rels><?xml version="1.0" encoding="UTF-8" standalone="yes"?>
<Relationships xmlns="http://schemas.openxmlformats.org/package/2006/relationships"><Relationship Id="rId2" Type="http://schemas.microsoft.com/office/2018/10/relationships/comments" Target="../comments/modernComment_199_E8DB507.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94_F8C0A91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microsoft.com/office/2018/10/relationships/comments" Target="../comments/modernComment_19E_28E9E7A1.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microsoft.com/office/2018/10/relationships/comments" Target="../comments/modernComment_196_73C95D57.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microsoft.com/office/2018/10/relationships/comments" Target="../comments/modernComment_197_300F0B2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9B_4BDE2BB0.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microsoft.com/office/2018/10/relationships/comments" Target="../comments/modernComment_19A_18A78E8B.xml"/><Relationship Id="rId1" Type="http://schemas.openxmlformats.org/officeDocument/2006/relationships/slideLayout" Target="../slideLayouts/slideLayout4.xml"/><Relationship Id="rId4" Type="http://schemas.openxmlformats.org/officeDocument/2006/relationships/image" Target="../media/image7.emf"/></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package" Target="../embeddings/Microsoft_Word_Document2.docx"/><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2">
            <a:extLst>
              <a:ext uri="{FF2B5EF4-FFF2-40B4-BE49-F238E27FC236}">
                <a16:creationId xmlns:a16="http://schemas.microsoft.com/office/drawing/2014/main" id="{A20BB2CE-AD20-4EB4-9198-1AB0990B2FB7}"/>
              </a:ext>
            </a:extLst>
          </p:cNvPr>
          <p:cNvSpPr>
            <a:spLocks noGrp="1"/>
          </p:cNvSpPr>
          <p:nvPr>
            <p:ph type="title"/>
          </p:nvPr>
        </p:nvSpPr>
        <p:spPr>
          <a:xfrm>
            <a:off x="699002" y="2326395"/>
            <a:ext cx="8505945" cy="571503"/>
          </a:xfrm>
        </p:spPr>
        <p:txBody>
          <a:bodyPr/>
          <a:lstStyle/>
          <a:p>
            <a:pPr algn="ctr"/>
            <a:r>
              <a:rPr lang="en-US" sz="3200" kern="1200" dirty="0">
                <a:solidFill>
                  <a:schemeClr val="tx1"/>
                </a:solidFill>
                <a:latin typeface="+mn-lt"/>
                <a:ea typeface="+mn-ea"/>
                <a:cs typeface="+mn-cs"/>
              </a:rPr>
              <a:t>[Logistics On Rails] - </a:t>
            </a:r>
            <a:r>
              <a:rPr lang="en-US" sz="3200" b="1" kern="1200" dirty="0">
                <a:solidFill>
                  <a:schemeClr val="tx1"/>
                </a:solidFill>
              </a:rPr>
              <a:t>SPRINT 1</a:t>
            </a:r>
            <a:br>
              <a:rPr lang="en-US" sz="3200" kern="1200" dirty="0">
                <a:solidFill>
                  <a:schemeClr val="tx1"/>
                </a:solidFill>
                <a:latin typeface="+mn-lt"/>
                <a:ea typeface="+mn-ea"/>
                <a:cs typeface="+mn-cs"/>
              </a:rPr>
            </a:br>
            <a:br>
              <a:rPr lang="en-US" sz="3200" kern="1200" dirty="0">
                <a:solidFill>
                  <a:schemeClr val="tx1"/>
                </a:solidFill>
                <a:latin typeface="+mn-lt"/>
                <a:ea typeface="+mn-ea"/>
                <a:cs typeface="+mn-cs"/>
              </a:rPr>
            </a:br>
            <a:r>
              <a:rPr lang="en-US" sz="3200" kern="1200" dirty="0">
                <a:solidFill>
                  <a:schemeClr val="tx1"/>
                </a:solidFill>
                <a:latin typeface="+mn-lt"/>
                <a:ea typeface="+mn-ea"/>
                <a:cs typeface="+mn-cs"/>
              </a:rPr>
              <a:t>G091</a:t>
            </a:r>
            <a:endParaRPr lang="en-US" sz="3200" b="1" dirty="0">
              <a:solidFill>
                <a:schemeClr val="tx1"/>
              </a:solidFill>
            </a:endParaRPr>
          </a:p>
        </p:txBody>
      </p:sp>
      <p:sp>
        <p:nvSpPr>
          <p:cNvPr id="4" name="Título 2">
            <a:extLst>
              <a:ext uri="{FF2B5EF4-FFF2-40B4-BE49-F238E27FC236}">
                <a16:creationId xmlns:a16="http://schemas.microsoft.com/office/drawing/2014/main" id="{DB1D8FD1-20D5-4B6F-506E-F430DA26CEBA}"/>
              </a:ext>
            </a:extLst>
          </p:cNvPr>
          <p:cNvSpPr txBox="1">
            <a:spLocks/>
          </p:cNvSpPr>
          <p:nvPr/>
        </p:nvSpPr>
        <p:spPr>
          <a:xfrm>
            <a:off x="857221" y="1536660"/>
            <a:ext cx="8182338" cy="571503"/>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0" i="0" u="none" strike="noStrike" cap="none">
                <a:solidFill>
                  <a:srgbClr val="A5ABB0"/>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pPr algn="ctr"/>
            <a:r>
              <a:rPr lang="en-US" sz="3200" kern="0" dirty="0">
                <a:solidFill>
                  <a:schemeClr val="tx1"/>
                </a:solidFill>
                <a:latin typeface="+mn-lt"/>
                <a:ea typeface="+mn-ea"/>
                <a:cs typeface="+mn-cs"/>
              </a:rPr>
              <a:t>LAPR3 2025/2026</a:t>
            </a:r>
            <a:endParaRPr lang="en-US" sz="3200" kern="0" dirty="0">
              <a:solidFill>
                <a:schemeClr val="tx1"/>
              </a:solidFill>
            </a:endParaRPr>
          </a:p>
        </p:txBody>
      </p:sp>
      <p:graphicFrame>
        <p:nvGraphicFramePr>
          <p:cNvPr id="5" name="Tabela 4">
            <a:extLst>
              <a:ext uri="{FF2B5EF4-FFF2-40B4-BE49-F238E27FC236}">
                <a16:creationId xmlns:a16="http://schemas.microsoft.com/office/drawing/2014/main" id="{A7A502EE-944E-4A2F-52C8-1234A7F9536C}"/>
              </a:ext>
            </a:extLst>
          </p:cNvPr>
          <p:cNvGraphicFramePr>
            <a:graphicFrameLocks noGrp="1"/>
          </p:cNvGraphicFramePr>
          <p:nvPr>
            <p:extLst>
              <p:ext uri="{D42A27DB-BD31-4B8C-83A1-F6EECF244321}">
                <p14:modId xmlns:p14="http://schemas.microsoft.com/office/powerpoint/2010/main" val="3388827436"/>
              </p:ext>
            </p:extLst>
          </p:nvPr>
        </p:nvGraphicFramePr>
        <p:xfrm>
          <a:off x="1231704" y="3960103"/>
          <a:ext cx="7433372" cy="1980220"/>
        </p:xfrm>
        <a:graphic>
          <a:graphicData uri="http://schemas.openxmlformats.org/drawingml/2006/table">
            <a:tbl>
              <a:tblPr firstRow="1" firstCol="1" lastCol="1" bandRow="1">
                <a:tableStyleId>{93296810-A885-4BE3-A3E7-6D5BEEA58F35}</a:tableStyleId>
              </a:tblPr>
              <a:tblGrid>
                <a:gridCol w="1858343">
                  <a:extLst>
                    <a:ext uri="{9D8B030D-6E8A-4147-A177-3AD203B41FA5}">
                      <a16:colId xmlns:a16="http://schemas.microsoft.com/office/drawing/2014/main" val="1786404924"/>
                    </a:ext>
                  </a:extLst>
                </a:gridCol>
                <a:gridCol w="1858343">
                  <a:extLst>
                    <a:ext uri="{9D8B030D-6E8A-4147-A177-3AD203B41FA5}">
                      <a16:colId xmlns:a16="http://schemas.microsoft.com/office/drawing/2014/main" val="3388003712"/>
                    </a:ext>
                  </a:extLst>
                </a:gridCol>
                <a:gridCol w="1858343">
                  <a:extLst>
                    <a:ext uri="{9D8B030D-6E8A-4147-A177-3AD203B41FA5}">
                      <a16:colId xmlns:a16="http://schemas.microsoft.com/office/drawing/2014/main" val="3217887647"/>
                    </a:ext>
                  </a:extLst>
                </a:gridCol>
                <a:gridCol w="1858343">
                  <a:extLst>
                    <a:ext uri="{9D8B030D-6E8A-4147-A177-3AD203B41FA5}">
                      <a16:colId xmlns:a16="http://schemas.microsoft.com/office/drawing/2014/main" val="2465101990"/>
                    </a:ext>
                  </a:extLst>
                </a:gridCol>
              </a:tblGrid>
              <a:tr h="652897">
                <a:tc>
                  <a:txBody>
                    <a:bodyPr/>
                    <a:lstStyle/>
                    <a:p>
                      <a:pPr algn="ctr"/>
                      <a:r>
                        <a:rPr lang="pt-PT" dirty="0"/>
                        <a:t>João Ferreira</a:t>
                      </a:r>
                    </a:p>
                    <a:p>
                      <a:pPr algn="ctr"/>
                      <a:r>
                        <a:rPr lang="pt-PT" dirty="0"/>
                        <a:t>(</a:t>
                      </a:r>
                      <a:r>
                        <a:rPr lang="pt-PT" sz="1400" b="0" i="0" u="none" strike="noStrike" cap="none" dirty="0">
                          <a:solidFill>
                            <a:schemeClr val="lt1"/>
                          </a:solidFill>
                          <a:effectLst/>
                          <a:latin typeface="+mn-lt"/>
                          <a:ea typeface="+mn-ea"/>
                          <a:cs typeface="+mn-cs"/>
                          <a:sym typeface="Arial"/>
                        </a:rPr>
                        <a:t>1241166</a:t>
                      </a:r>
                      <a:r>
                        <a:rPr lang="pt-PT" dirty="0"/>
                        <a:t>)</a:t>
                      </a:r>
                    </a:p>
                  </a:txBody>
                  <a:tcPr/>
                </a:tc>
                <a:tc>
                  <a:txBody>
                    <a:bodyPr/>
                    <a:lstStyle/>
                    <a:p>
                      <a:pPr algn="ctr"/>
                      <a:r>
                        <a:rPr lang="pt-PT" dirty="0"/>
                        <a:t>Iva Silva</a:t>
                      </a:r>
                    </a:p>
                    <a:p>
                      <a:pPr algn="ctr"/>
                      <a:r>
                        <a:rPr lang="pt-PT" dirty="0"/>
                        <a:t>(1241176)</a:t>
                      </a:r>
                    </a:p>
                  </a:txBody>
                  <a:tcPr/>
                </a:tc>
                <a:tc>
                  <a:txBody>
                    <a:bodyPr/>
                    <a:lstStyle/>
                    <a:p>
                      <a:pPr algn="ctr"/>
                      <a:r>
                        <a:rPr lang="pt-PT" dirty="0"/>
                        <a:t>Diogo Silva</a:t>
                      </a:r>
                    </a:p>
                    <a:p>
                      <a:pPr algn="ctr"/>
                      <a:r>
                        <a:rPr lang="pt-PT" dirty="0"/>
                        <a:t>(</a:t>
                      </a:r>
                      <a:r>
                        <a:rPr lang="pt-PT" sz="1400" b="0" i="0" u="none" strike="noStrike" cap="none" dirty="0">
                          <a:solidFill>
                            <a:schemeClr val="lt1"/>
                          </a:solidFill>
                          <a:effectLst/>
                          <a:latin typeface="+mn-lt"/>
                          <a:ea typeface="+mn-ea"/>
                          <a:cs typeface="+mn-cs"/>
                          <a:sym typeface="Arial"/>
                        </a:rPr>
                        <a:t>1241229</a:t>
                      </a:r>
                      <a:r>
                        <a:rPr lang="pt-PT" dirty="0"/>
                        <a:t>)</a:t>
                      </a:r>
                    </a:p>
                  </a:txBody>
                  <a:tcPr/>
                </a:tc>
                <a:tc>
                  <a:txBody>
                    <a:bodyPr/>
                    <a:lstStyle/>
                    <a:p>
                      <a:pPr algn="ctr"/>
                      <a:r>
                        <a:rPr lang="pt-PT" dirty="0"/>
                        <a:t>Gonçalo Tavares</a:t>
                      </a:r>
                    </a:p>
                    <a:p>
                      <a:pPr algn="ctr"/>
                      <a:r>
                        <a:rPr lang="pt-PT" dirty="0"/>
                        <a:t>(</a:t>
                      </a:r>
                      <a:r>
                        <a:rPr lang="pt-PT" sz="1400" b="0" i="0" u="none" strike="noStrike" cap="none" dirty="0">
                          <a:solidFill>
                            <a:schemeClr val="lt1"/>
                          </a:solidFill>
                          <a:effectLst/>
                          <a:latin typeface="+mn-lt"/>
                          <a:ea typeface="+mn-ea"/>
                          <a:cs typeface="+mn-cs"/>
                          <a:sym typeface="Arial"/>
                        </a:rPr>
                        <a:t>1241234</a:t>
                      </a:r>
                      <a:r>
                        <a:rPr lang="pt-PT" dirty="0"/>
                        <a:t>)</a:t>
                      </a:r>
                    </a:p>
                  </a:txBody>
                  <a:tcPr/>
                </a:tc>
                <a:extLst>
                  <a:ext uri="{0D108BD9-81ED-4DB2-BD59-A6C34878D82A}">
                    <a16:rowId xmlns:a16="http://schemas.microsoft.com/office/drawing/2014/main" val="2471333584"/>
                  </a:ext>
                </a:extLst>
              </a:tr>
              <a:tr h="1327323">
                <a:tc>
                  <a:txBody>
                    <a:bodyPr/>
                    <a:lstStyle/>
                    <a:p>
                      <a:pPr algn="ctr"/>
                      <a:endParaRPr lang="pt-PT" dirty="0"/>
                    </a:p>
                    <a:p>
                      <a:pPr algn="ctr"/>
                      <a:endParaRPr lang="pt-PT" dirty="0"/>
                    </a:p>
                    <a:p>
                      <a:pPr algn="ctr"/>
                      <a:endParaRPr lang="pt-PT" dirty="0"/>
                    </a:p>
                  </a:txBody>
                  <a:tcPr>
                    <a:solidFill>
                      <a:schemeClr val="bg1">
                        <a:lumMod val="95000"/>
                      </a:schemeClr>
                    </a:solidFill>
                  </a:tcPr>
                </a:tc>
                <a:tc>
                  <a:txBody>
                    <a:bodyPr/>
                    <a:lstStyle/>
                    <a:p>
                      <a:endParaRPr lang="pt-PT" dirty="0"/>
                    </a:p>
                    <a:p>
                      <a:endParaRPr lang="pt-PT" dirty="0"/>
                    </a:p>
                    <a:p>
                      <a:pPr algn="ctr"/>
                      <a:endParaRPr lang="pt-PT" dirty="0"/>
                    </a:p>
                  </a:txBody>
                  <a:tcPr>
                    <a:solidFill>
                      <a:schemeClr val="bg1">
                        <a:lumMod val="95000"/>
                      </a:schemeClr>
                    </a:solidFill>
                  </a:tcPr>
                </a:tc>
                <a:tc>
                  <a:txBody>
                    <a:bodyPr/>
                    <a:lstStyle/>
                    <a:p>
                      <a:endParaRPr lang="pt-PT" dirty="0"/>
                    </a:p>
                  </a:txBody>
                  <a:tcPr>
                    <a:solidFill>
                      <a:schemeClr val="bg1">
                        <a:lumMod val="95000"/>
                      </a:schemeClr>
                    </a:solidFill>
                  </a:tcPr>
                </a:tc>
                <a:tc>
                  <a:txBody>
                    <a:bodyPr/>
                    <a:lstStyle/>
                    <a:p>
                      <a:endParaRPr lang="pt-PT" dirty="0"/>
                    </a:p>
                  </a:txBody>
                  <a:tcPr>
                    <a:solidFill>
                      <a:schemeClr val="bg1">
                        <a:lumMod val="95000"/>
                      </a:schemeClr>
                    </a:solidFill>
                  </a:tcPr>
                </a:tc>
                <a:extLst>
                  <a:ext uri="{0D108BD9-81ED-4DB2-BD59-A6C34878D82A}">
                    <a16:rowId xmlns:a16="http://schemas.microsoft.com/office/drawing/2014/main" val="4095273831"/>
                  </a:ext>
                </a:extLst>
              </a:tr>
            </a:tbl>
          </a:graphicData>
        </a:graphic>
      </p:graphicFrame>
      <p:pic>
        <p:nvPicPr>
          <p:cNvPr id="6" name="Imagem 5" descr="Uma imagem com Cara humana, pessoa, sobrancelha, Testa&#10;&#10;Os conteúdos gerados por IA podem estar incorretos.">
            <a:extLst>
              <a:ext uri="{FF2B5EF4-FFF2-40B4-BE49-F238E27FC236}">
                <a16:creationId xmlns:a16="http://schemas.microsoft.com/office/drawing/2014/main" id="{08C69564-7A6E-E349-5760-8D8E7DB3B03B}"/>
              </a:ext>
            </a:extLst>
          </p:cNvPr>
          <p:cNvPicPr>
            <a:picLocks noChangeAspect="1"/>
          </p:cNvPicPr>
          <p:nvPr/>
        </p:nvPicPr>
        <p:blipFill>
          <a:blip r:embed="rId3"/>
          <a:stretch>
            <a:fillRect/>
          </a:stretch>
        </p:blipFill>
        <p:spPr>
          <a:xfrm>
            <a:off x="1296026" y="4568333"/>
            <a:ext cx="1728000" cy="1379669"/>
          </a:xfrm>
          <a:prstGeom prst="rect">
            <a:avLst/>
          </a:prstGeom>
        </p:spPr>
      </p:pic>
      <p:pic>
        <p:nvPicPr>
          <p:cNvPr id="1026" name="Picture 2" descr="View 1241176-IvaSilva's full-sized avatar">
            <a:extLst>
              <a:ext uri="{FF2B5EF4-FFF2-40B4-BE49-F238E27FC236}">
                <a16:creationId xmlns:a16="http://schemas.microsoft.com/office/drawing/2014/main" id="{A8CB1CAF-0AB4-71DE-6449-40C6CDFD12F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67999" y="4600790"/>
            <a:ext cx="1725805" cy="132069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CD2C8D2-23F3-CD37-B7E4-A5EAD9030F3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6222" y="4588084"/>
            <a:ext cx="1728000" cy="133011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View 1241234-goncalotavares's full-sized avatar">
            <a:extLst>
              <a:ext uri="{FF2B5EF4-FFF2-40B4-BE49-F238E27FC236}">
                <a16:creationId xmlns:a16="http://schemas.microsoft.com/office/drawing/2014/main" id="{B319D934-D7FC-B585-4314-AAD8FD9826B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76000" y="4588084"/>
            <a:ext cx="1728000" cy="133011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E87CCFBD-63B6-4340-92B3-5E03879F60E8}"/>
              </a:ext>
            </a:extLst>
          </p:cNvPr>
          <p:cNvSpPr>
            <a:spLocks noGrp="1"/>
          </p:cNvSpPr>
          <p:nvPr>
            <p:ph type="title"/>
          </p:nvPr>
        </p:nvSpPr>
        <p:spPr/>
        <p:txBody>
          <a:bodyPr/>
          <a:lstStyle/>
          <a:p>
            <a:r>
              <a:rPr lang="en-US" sz="3200" cap="none" dirty="0">
                <a:solidFill>
                  <a:schemeClr val="tx1"/>
                </a:solidFill>
              </a:rPr>
              <a:t>Sprint planning – Sprint 1</a:t>
            </a:r>
          </a:p>
        </p:txBody>
      </p:sp>
      <p:graphicFrame>
        <p:nvGraphicFramePr>
          <p:cNvPr id="2" name="Tabela 2">
            <a:extLst>
              <a:ext uri="{FF2B5EF4-FFF2-40B4-BE49-F238E27FC236}">
                <a16:creationId xmlns:a16="http://schemas.microsoft.com/office/drawing/2014/main" id="{CE9589D4-96FD-42EC-88BF-AABA0DB75B49}"/>
              </a:ext>
            </a:extLst>
          </p:cNvPr>
          <p:cNvGraphicFramePr>
            <a:graphicFrameLocks noGrp="1"/>
          </p:cNvGraphicFramePr>
          <p:nvPr>
            <p:extLst>
              <p:ext uri="{D42A27DB-BD31-4B8C-83A1-F6EECF244321}">
                <p14:modId xmlns:p14="http://schemas.microsoft.com/office/powerpoint/2010/main" val="2505790731"/>
              </p:ext>
            </p:extLst>
          </p:nvPr>
        </p:nvGraphicFramePr>
        <p:xfrm>
          <a:off x="947555" y="3023955"/>
          <a:ext cx="7830870" cy="2743197"/>
        </p:xfrm>
        <a:graphic>
          <a:graphicData uri="http://schemas.openxmlformats.org/drawingml/2006/table">
            <a:tbl>
              <a:tblPr firstRow="1" bandRow="1">
                <a:tableStyleId>{912C8C85-51F0-491E-9774-3900AFEF0FD7}</a:tableStyleId>
              </a:tblPr>
              <a:tblGrid>
                <a:gridCol w="4112855">
                  <a:extLst>
                    <a:ext uri="{9D8B030D-6E8A-4147-A177-3AD203B41FA5}">
                      <a16:colId xmlns:a16="http://schemas.microsoft.com/office/drawing/2014/main" val="3798560086"/>
                    </a:ext>
                  </a:extLst>
                </a:gridCol>
                <a:gridCol w="3718015">
                  <a:extLst>
                    <a:ext uri="{9D8B030D-6E8A-4147-A177-3AD203B41FA5}">
                      <a16:colId xmlns:a16="http://schemas.microsoft.com/office/drawing/2014/main" val="477562216"/>
                    </a:ext>
                  </a:extLst>
                </a:gridCol>
              </a:tblGrid>
              <a:tr h="370840">
                <a:tc>
                  <a:txBody>
                    <a:bodyPr/>
                    <a:lstStyle/>
                    <a:p>
                      <a:r>
                        <a:rPr lang="pt-PT" dirty="0"/>
                        <a:t>SPRINT BACKLOG</a:t>
                      </a:r>
                    </a:p>
                  </a:txBody>
                  <a:tcPr/>
                </a:tc>
                <a:tc>
                  <a:txBody>
                    <a:bodyPr/>
                    <a:lstStyle/>
                    <a:p>
                      <a:endParaRPr lang="pt-PT" dirty="0"/>
                    </a:p>
                  </a:txBody>
                  <a:tcPr/>
                </a:tc>
                <a:extLst>
                  <a:ext uri="{0D108BD9-81ED-4DB2-BD59-A6C34878D82A}">
                    <a16:rowId xmlns:a16="http://schemas.microsoft.com/office/drawing/2014/main" val="3623111211"/>
                  </a:ext>
                </a:extLst>
              </a:tr>
              <a:tr h="370840">
                <a:tc>
                  <a:txBody>
                    <a:bodyPr/>
                    <a:lstStyle/>
                    <a:p>
                      <a:r>
                        <a:rPr lang="en-US" noProof="0" dirty="0"/>
                        <a:t>Number of stories</a:t>
                      </a:r>
                    </a:p>
                  </a:txBody>
                  <a:tcPr/>
                </a:tc>
                <a:tc>
                  <a:txBody>
                    <a:bodyPr/>
                    <a:lstStyle/>
                    <a:p>
                      <a:r>
                        <a:rPr lang="en-US" noProof="0" dirty="0"/>
                        <a:t>16</a:t>
                      </a:r>
                    </a:p>
                  </a:txBody>
                  <a:tcPr/>
                </a:tc>
                <a:extLst>
                  <a:ext uri="{0D108BD9-81ED-4DB2-BD59-A6C34878D82A}">
                    <a16:rowId xmlns:a16="http://schemas.microsoft.com/office/drawing/2014/main" val="883314903"/>
                  </a:ext>
                </a:extLst>
              </a:tr>
              <a:tr h="370840">
                <a:tc>
                  <a:txBody>
                    <a:bodyPr/>
                    <a:lstStyle/>
                    <a:p>
                      <a:r>
                        <a:rPr lang="en-US" noProof="0" dirty="0"/>
                        <a:t>Number of bugs</a:t>
                      </a:r>
                    </a:p>
                  </a:txBody>
                  <a:tcPr/>
                </a:tc>
                <a:tc>
                  <a:txBody>
                    <a:bodyPr/>
                    <a:lstStyle/>
                    <a:p>
                      <a:r>
                        <a:rPr lang="en-US" noProof="0" dirty="0"/>
                        <a:t>2</a:t>
                      </a:r>
                    </a:p>
                  </a:txBody>
                  <a:tcPr/>
                </a:tc>
                <a:extLst>
                  <a:ext uri="{0D108BD9-81ED-4DB2-BD59-A6C34878D82A}">
                    <a16:rowId xmlns:a16="http://schemas.microsoft.com/office/drawing/2014/main" val="428254498"/>
                  </a:ext>
                </a:extLst>
              </a:tr>
              <a:tr h="370839">
                <a:tc>
                  <a:txBody>
                    <a:bodyPr/>
                    <a:lstStyle/>
                    <a:p>
                      <a:pPr lvl="0">
                        <a:buNone/>
                      </a:pPr>
                      <a:r>
                        <a:rPr lang="en-US" noProof="0" dirty="0"/>
                        <a:t>Number of tasks</a:t>
                      </a:r>
                    </a:p>
                  </a:txBody>
                  <a:tcPr/>
                </a:tc>
                <a:tc>
                  <a:txBody>
                    <a:bodyPr/>
                    <a:lstStyle/>
                    <a:p>
                      <a:pPr lvl="0">
                        <a:buNone/>
                      </a:pPr>
                      <a:r>
                        <a:rPr lang="en-US" noProof="0" dirty="0"/>
                        <a:t>53</a:t>
                      </a:r>
                    </a:p>
                  </a:txBody>
                  <a:tcPr/>
                </a:tc>
                <a:extLst>
                  <a:ext uri="{0D108BD9-81ED-4DB2-BD59-A6C34878D82A}">
                    <a16:rowId xmlns:a16="http://schemas.microsoft.com/office/drawing/2014/main" val="4185709446"/>
                  </a:ext>
                </a:extLst>
              </a:tr>
              <a:tr h="370839">
                <a:tc>
                  <a:txBody>
                    <a:bodyPr/>
                    <a:lstStyle/>
                    <a:p>
                      <a:pPr lvl="0">
                        <a:buNone/>
                      </a:pPr>
                      <a:r>
                        <a:rPr lang="en-US" noProof="0" dirty="0"/>
                        <a:t>Number of Management Tasks (Scrum)</a:t>
                      </a:r>
                    </a:p>
                  </a:txBody>
                  <a:tcPr/>
                </a:tc>
                <a:tc>
                  <a:txBody>
                    <a:bodyPr/>
                    <a:lstStyle/>
                    <a:p>
                      <a:pPr lvl="0">
                        <a:buNone/>
                      </a:pPr>
                      <a:r>
                        <a:rPr lang="en-US" noProof="0" dirty="0"/>
                        <a:t>4</a:t>
                      </a:r>
                    </a:p>
                  </a:txBody>
                  <a:tcPr/>
                </a:tc>
                <a:extLst>
                  <a:ext uri="{0D108BD9-81ED-4DB2-BD59-A6C34878D82A}">
                    <a16:rowId xmlns:a16="http://schemas.microsoft.com/office/drawing/2014/main" val="563517871"/>
                  </a:ext>
                </a:extLst>
              </a:tr>
              <a:tr h="370839">
                <a:tc>
                  <a:txBody>
                    <a:bodyPr/>
                    <a:lstStyle/>
                    <a:p>
                      <a:pPr lvl="0">
                        <a:buNone/>
                      </a:pPr>
                      <a:r>
                        <a:rPr lang="en-US" noProof="0" dirty="0"/>
                        <a:t>Number of team members</a:t>
                      </a:r>
                    </a:p>
                  </a:txBody>
                  <a:tcPr/>
                </a:tc>
                <a:tc>
                  <a:txBody>
                    <a:bodyPr/>
                    <a:lstStyle/>
                    <a:p>
                      <a:pPr lvl="0" algn="ctr">
                        <a:buNone/>
                      </a:pPr>
                      <a:r>
                        <a:rPr lang="en-US" noProof="0" dirty="0"/>
                        <a:t>Planned: 4               Actual: 6   </a:t>
                      </a:r>
                    </a:p>
                  </a:txBody>
                  <a:tcPr/>
                </a:tc>
                <a:extLst>
                  <a:ext uri="{0D108BD9-81ED-4DB2-BD59-A6C34878D82A}">
                    <a16:rowId xmlns:a16="http://schemas.microsoft.com/office/drawing/2014/main" val="2843102962"/>
                  </a:ext>
                </a:extLst>
              </a:tr>
              <a:tr h="370838">
                <a:tc>
                  <a:txBody>
                    <a:bodyPr/>
                    <a:lstStyle/>
                    <a:p>
                      <a:pPr lvl="0">
                        <a:buNone/>
                      </a:pPr>
                      <a:r>
                        <a:rPr lang="en-US" noProof="0" dirty="0"/>
                        <a:t>Total planned estimation vs execution</a:t>
                      </a:r>
                    </a:p>
                  </a:txBody>
                  <a:tcPr/>
                </a:tc>
                <a:tc>
                  <a:txBody>
                    <a:bodyPr/>
                    <a:lstStyle/>
                    <a:p>
                      <a:pPr marL="0" lvl="0" indent="0" algn="ctr">
                        <a:buNone/>
                      </a:pPr>
                      <a:r>
                        <a:rPr lang="en-US" noProof="0" dirty="0"/>
                        <a:t>Planned hours: (not mandatory)</a:t>
                      </a:r>
                    </a:p>
                    <a:p>
                      <a:pPr marL="0" lvl="0" indent="0" algn="ctr">
                        <a:buNone/>
                      </a:pPr>
                      <a:r>
                        <a:rPr lang="en-US" noProof="0" dirty="0"/>
                        <a:t>Executed hours: (not mandatory)</a:t>
                      </a:r>
                    </a:p>
                  </a:txBody>
                  <a:tcPr/>
                </a:tc>
                <a:extLst>
                  <a:ext uri="{0D108BD9-81ED-4DB2-BD59-A6C34878D82A}">
                    <a16:rowId xmlns:a16="http://schemas.microsoft.com/office/drawing/2014/main" val="4118989459"/>
                  </a:ext>
                </a:extLst>
              </a:tr>
            </a:tbl>
          </a:graphicData>
        </a:graphic>
      </p:graphicFrame>
      <p:sp>
        <p:nvSpPr>
          <p:cNvPr id="7" name="Marcador de Posição de Conteúdo 5">
            <a:extLst>
              <a:ext uri="{FF2B5EF4-FFF2-40B4-BE49-F238E27FC236}">
                <a16:creationId xmlns:a16="http://schemas.microsoft.com/office/drawing/2014/main" id="{6F8BAF59-30E8-4D49-87D9-D5A1CD648639}"/>
              </a:ext>
            </a:extLst>
          </p:cNvPr>
          <p:cNvSpPr txBox="1">
            <a:spLocks/>
          </p:cNvSpPr>
          <p:nvPr/>
        </p:nvSpPr>
        <p:spPr>
          <a:xfrm>
            <a:off x="448800" y="1626520"/>
            <a:ext cx="9043200" cy="710644"/>
          </a:xfrm>
          <a:prstGeom prst="rect">
            <a:avLst/>
          </a:prstGeom>
        </p:spPr>
        <p:txBody>
          <a:bodyPr lIns="91440" tIns="45720" rIns="91440" bIns="45720" anchor="t"/>
          <a:lstStyle>
            <a:lvl1pPr marL="342900" indent="-342900" algn="l" defTabSz="914400" rtl="0" eaLnBrk="1" latinLnBrk="0" hangingPunct="1">
              <a:spcBef>
                <a:spcPts val="0"/>
              </a:spcBef>
              <a:spcAft>
                <a:spcPts val="400"/>
              </a:spcAft>
              <a:buFont typeface="Arial" pitchFamily="34" charset="0"/>
              <a:buChar char="•"/>
              <a:defRPr sz="2000" kern="1200">
                <a:solidFill>
                  <a:schemeClr val="bg1">
                    <a:lumMod val="85000"/>
                  </a:schemeClr>
                </a:solidFill>
                <a:latin typeface="Calibri"/>
                <a:ea typeface="+mn-ea"/>
                <a:cs typeface="Calibri"/>
              </a:defRPr>
            </a:lvl1pPr>
            <a:lvl2pPr marL="742950" indent="-285750" algn="l" defTabSz="914400" rtl="0" eaLnBrk="1" latinLnBrk="0" hangingPunct="1">
              <a:spcBef>
                <a:spcPts val="0"/>
              </a:spcBef>
              <a:spcAft>
                <a:spcPts val="400"/>
              </a:spcAft>
              <a:buFont typeface="Arial" pitchFamily="34" charset="0"/>
              <a:buChar char="–"/>
              <a:defRPr sz="1800" kern="1200">
                <a:solidFill>
                  <a:schemeClr val="bg1">
                    <a:lumMod val="85000"/>
                  </a:schemeClr>
                </a:solidFill>
                <a:latin typeface="Calibri"/>
                <a:ea typeface="+mn-ea"/>
                <a:cs typeface="Calibri"/>
              </a:defRPr>
            </a:lvl2pPr>
            <a:lvl3pPr marL="1143000" indent="-228600" algn="l" defTabSz="914400" rtl="0" eaLnBrk="1" latinLnBrk="0" hangingPunct="1">
              <a:spcBef>
                <a:spcPts val="0"/>
              </a:spcBef>
              <a:spcAft>
                <a:spcPts val="400"/>
              </a:spcAft>
              <a:buFont typeface="Arial" pitchFamily="34" charset="0"/>
              <a:buNone/>
              <a:defRPr sz="1600" kern="1200">
                <a:solidFill>
                  <a:schemeClr val="bg1">
                    <a:lumMod val="85000"/>
                  </a:schemeClr>
                </a:solidFill>
                <a:latin typeface="Calibri"/>
                <a:ea typeface="+mn-ea"/>
                <a:cs typeface="Calibri"/>
              </a:defRPr>
            </a:lvl3pPr>
            <a:lvl4pPr marL="1600200" indent="-228600" algn="l" defTabSz="914400" rtl="0" eaLnBrk="1" latinLnBrk="0" hangingPunct="1">
              <a:spcBef>
                <a:spcPts val="0"/>
              </a:spcBef>
              <a:spcAft>
                <a:spcPts val="400"/>
              </a:spcAft>
              <a:buFont typeface="Arial" pitchFamily="34" charset="0"/>
              <a:buChar char="–"/>
              <a:defRPr sz="1400" kern="1200">
                <a:solidFill>
                  <a:schemeClr val="bg1">
                    <a:lumMod val="85000"/>
                  </a:schemeClr>
                </a:solidFill>
                <a:latin typeface="Calibri"/>
                <a:ea typeface="+mn-ea"/>
                <a:cs typeface="Calibri"/>
              </a:defRPr>
            </a:lvl4pPr>
            <a:lvl5pPr marL="2057400" indent="-228600" algn="l" defTabSz="914400" rtl="0" eaLnBrk="1" latinLnBrk="0" hangingPunct="1">
              <a:spcBef>
                <a:spcPts val="0"/>
              </a:spcBef>
              <a:spcAft>
                <a:spcPts val="400"/>
              </a:spcAft>
              <a:buFont typeface="Arial" pitchFamily="34" charset="0"/>
              <a:buChar char="»"/>
              <a:defRPr sz="1200" kern="1200">
                <a:solidFill>
                  <a:schemeClr val="bg1">
                    <a:lumMod val="85000"/>
                  </a:schemeClr>
                </a:solidFill>
                <a:latin typeface="Calibri"/>
                <a:ea typeface="+mn-ea"/>
                <a:cs typeface="Calibri"/>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dirty="0">
                <a:solidFill>
                  <a:schemeClr val="tx1"/>
                </a:solidFill>
              </a:rPr>
              <a:t>Planned Start Date:  29/09/2025                                               Real Start Date:  30/09/2025  </a:t>
            </a:r>
          </a:p>
          <a:p>
            <a:pPr marL="0" indent="0">
              <a:buNone/>
            </a:pPr>
            <a:r>
              <a:rPr lang="en-US" sz="1800" dirty="0">
                <a:solidFill>
                  <a:schemeClr val="tx1"/>
                </a:solidFill>
              </a:rPr>
              <a:t>Planned End Date:    26/10/2025                                               Real End Date:   27/10/2025</a:t>
            </a:r>
          </a:p>
          <a:p>
            <a:pPr marL="0" indent="0">
              <a:buFont typeface="Arial" pitchFamily="34" charset="0"/>
              <a:buNone/>
            </a:pPr>
            <a:endParaRPr lang="en-US" dirty="0">
              <a:solidFill>
                <a:schemeClr val="tx1"/>
              </a:solidFill>
            </a:endParaRPr>
          </a:p>
        </p:txBody>
      </p:sp>
    </p:spTree>
    <p:extLst>
      <p:ext uri="{BB962C8B-B14F-4D97-AF65-F5344CB8AC3E}">
        <p14:creationId xmlns:p14="http://schemas.microsoft.com/office/powerpoint/2010/main" val="244167943"/>
      </p:ext>
    </p:extLst>
  </p:cSld>
  <p:clrMapOvr>
    <a:masterClrMapping/>
  </p:clrMapOvr>
  <p:transition spd="med">
    <p:fade/>
  </p:transition>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E87CCFBD-63B6-4340-92B3-5E03879F60E8}"/>
              </a:ext>
            </a:extLst>
          </p:cNvPr>
          <p:cNvSpPr>
            <a:spLocks noGrp="1"/>
          </p:cNvSpPr>
          <p:nvPr>
            <p:ph type="title"/>
          </p:nvPr>
        </p:nvSpPr>
        <p:spPr>
          <a:xfrm>
            <a:off x="414000" y="1000108"/>
            <a:ext cx="9219520" cy="571504"/>
          </a:xfrm>
        </p:spPr>
        <p:txBody>
          <a:bodyPr/>
          <a:lstStyle/>
          <a:p>
            <a:r>
              <a:rPr lang="en-US" sz="3200" cap="none" dirty="0">
                <a:solidFill>
                  <a:schemeClr val="tx1"/>
                </a:solidFill>
              </a:rPr>
              <a:t>Sprint 1 planning</a:t>
            </a:r>
          </a:p>
        </p:txBody>
      </p:sp>
      <p:graphicFrame>
        <p:nvGraphicFramePr>
          <p:cNvPr id="2" name="Tabela 2">
            <a:extLst>
              <a:ext uri="{FF2B5EF4-FFF2-40B4-BE49-F238E27FC236}">
                <a16:creationId xmlns:a16="http://schemas.microsoft.com/office/drawing/2014/main" id="{CE9589D4-96FD-42EC-88BF-AABA0DB75B49}"/>
              </a:ext>
            </a:extLst>
          </p:cNvPr>
          <p:cNvGraphicFramePr>
            <a:graphicFrameLocks noGrp="1"/>
          </p:cNvGraphicFramePr>
          <p:nvPr>
            <p:extLst>
              <p:ext uri="{D42A27DB-BD31-4B8C-83A1-F6EECF244321}">
                <p14:modId xmlns:p14="http://schemas.microsoft.com/office/powerpoint/2010/main" val="1294764147"/>
              </p:ext>
            </p:extLst>
          </p:nvPr>
        </p:nvGraphicFramePr>
        <p:xfrm>
          <a:off x="414000" y="1673805"/>
          <a:ext cx="9008401" cy="4592307"/>
        </p:xfrm>
        <a:graphic>
          <a:graphicData uri="http://schemas.openxmlformats.org/drawingml/2006/table">
            <a:tbl>
              <a:tblPr firstRow="1" bandRow="1">
                <a:tableStyleId>{912C8C85-51F0-491E-9774-3900AFEF0FD7}</a:tableStyleId>
              </a:tblPr>
              <a:tblGrid>
                <a:gridCol w="1568670">
                  <a:extLst>
                    <a:ext uri="{9D8B030D-6E8A-4147-A177-3AD203B41FA5}">
                      <a16:colId xmlns:a16="http://schemas.microsoft.com/office/drawing/2014/main" val="3798560086"/>
                    </a:ext>
                  </a:extLst>
                </a:gridCol>
                <a:gridCol w="1529457">
                  <a:extLst>
                    <a:ext uri="{9D8B030D-6E8A-4147-A177-3AD203B41FA5}">
                      <a16:colId xmlns:a16="http://schemas.microsoft.com/office/drawing/2014/main" val="477562216"/>
                    </a:ext>
                  </a:extLst>
                </a:gridCol>
                <a:gridCol w="792931">
                  <a:extLst>
                    <a:ext uri="{9D8B030D-6E8A-4147-A177-3AD203B41FA5}">
                      <a16:colId xmlns:a16="http://schemas.microsoft.com/office/drawing/2014/main" val="1777303491"/>
                    </a:ext>
                  </a:extLst>
                </a:gridCol>
                <a:gridCol w="1194399">
                  <a:extLst>
                    <a:ext uri="{9D8B030D-6E8A-4147-A177-3AD203B41FA5}">
                      <a16:colId xmlns:a16="http://schemas.microsoft.com/office/drawing/2014/main" val="2634392098"/>
                    </a:ext>
                  </a:extLst>
                </a:gridCol>
                <a:gridCol w="1405178">
                  <a:extLst>
                    <a:ext uri="{9D8B030D-6E8A-4147-A177-3AD203B41FA5}">
                      <a16:colId xmlns:a16="http://schemas.microsoft.com/office/drawing/2014/main" val="4052991344"/>
                    </a:ext>
                  </a:extLst>
                </a:gridCol>
                <a:gridCol w="1258883">
                  <a:extLst>
                    <a:ext uri="{9D8B030D-6E8A-4147-A177-3AD203B41FA5}">
                      <a16:colId xmlns:a16="http://schemas.microsoft.com/office/drawing/2014/main" val="3578044204"/>
                    </a:ext>
                  </a:extLst>
                </a:gridCol>
                <a:gridCol w="1258883">
                  <a:extLst>
                    <a:ext uri="{9D8B030D-6E8A-4147-A177-3AD203B41FA5}">
                      <a16:colId xmlns:a16="http://schemas.microsoft.com/office/drawing/2014/main" val="3147570245"/>
                    </a:ext>
                  </a:extLst>
                </a:gridCol>
              </a:tblGrid>
              <a:tr h="370840">
                <a:tc>
                  <a:txBody>
                    <a:bodyPr/>
                    <a:lstStyle/>
                    <a:p>
                      <a:r>
                        <a:rPr lang="en-US" noProof="0" dirty="0"/>
                        <a:t>Assigned User Stories </a:t>
                      </a:r>
                      <a:r>
                        <a:rPr lang="en-US" sz="1200" noProof="0" dirty="0"/>
                        <a:t>(as stated in the project assignment)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err="1"/>
                        <a:t>Commited</a:t>
                      </a:r>
                      <a:r>
                        <a:rPr lang="en-US" noProof="0" dirty="0"/>
                        <a:t>?</a:t>
                      </a:r>
                    </a:p>
                    <a:p>
                      <a:pPr algn="ctr"/>
                      <a:r>
                        <a:rPr lang="en-US" sz="1200" noProof="0" dirty="0"/>
                        <a:t>Yes / No (according to team planning)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Todo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Doing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Testing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Done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a:t>Blocked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3111211"/>
                  </a:ext>
                </a:extLst>
              </a:tr>
              <a:tr h="370840">
                <a:tc>
                  <a:txBody>
                    <a:bodyPr/>
                    <a:lstStyle/>
                    <a:p>
                      <a:r>
                        <a:rPr lang="pt-PT" sz="1400" b="0" i="0" u="none" strike="noStrike" cap="none" baseline="0" dirty="0">
                          <a:solidFill>
                            <a:schemeClr val="tx1"/>
                          </a:solidFill>
                          <a:latin typeface="+mn-lt"/>
                          <a:ea typeface="+mn-ea"/>
                          <a:cs typeface="+mn-cs"/>
                          <a:sym typeface="Arial"/>
                        </a:rPr>
                        <a:t>USBD01</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314903"/>
                  </a:ext>
                </a:extLst>
              </a:tr>
              <a:tr h="370840">
                <a:tc>
                  <a:txBody>
                    <a:bodyPr/>
                    <a:lstStyle/>
                    <a:p>
                      <a:r>
                        <a:rPr lang="pt-PT" sz="1400" b="0" i="0" u="none" strike="noStrike" cap="none" baseline="0" dirty="0">
                          <a:solidFill>
                            <a:schemeClr val="tx1"/>
                          </a:solidFill>
                          <a:latin typeface="+mn-lt"/>
                          <a:ea typeface="+mn-ea"/>
                          <a:cs typeface="+mn-cs"/>
                          <a:sym typeface="Arial"/>
                        </a:rPr>
                        <a:t>USBD02</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254498"/>
                  </a:ext>
                </a:extLst>
              </a:tr>
              <a:tr h="370839">
                <a:tc>
                  <a:txBody>
                    <a:bodyPr/>
                    <a:lstStyle/>
                    <a:p>
                      <a:pPr lvl="0">
                        <a:buNone/>
                      </a:pPr>
                      <a:r>
                        <a:rPr lang="pt-PT" sz="1400" b="0" i="0" u="none" strike="noStrike" cap="none" baseline="0" dirty="0">
                          <a:solidFill>
                            <a:schemeClr val="tx1"/>
                          </a:solidFill>
                          <a:latin typeface="+mn-lt"/>
                          <a:ea typeface="+mn-ea"/>
                          <a:cs typeface="+mn-cs"/>
                          <a:sym typeface="Arial"/>
                        </a:rPr>
                        <a:t>USBD03</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5709446"/>
                  </a:ext>
                </a:extLst>
              </a:tr>
              <a:tr h="370839">
                <a:tc>
                  <a:txBody>
                    <a:bodyPr/>
                    <a:lstStyle/>
                    <a:p>
                      <a:pPr lvl="0">
                        <a:buNone/>
                      </a:pPr>
                      <a:r>
                        <a:rPr lang="pt-PT" sz="1400" b="0" i="0" u="none" strike="noStrike" cap="none" baseline="0" dirty="0">
                          <a:solidFill>
                            <a:schemeClr val="tx1"/>
                          </a:solidFill>
                          <a:latin typeface="+mn-lt"/>
                          <a:ea typeface="+mn-ea"/>
                          <a:cs typeface="+mn-cs"/>
                          <a:sym typeface="Arial"/>
                        </a:rPr>
                        <a:t>USBD04</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517871"/>
                  </a:ext>
                </a:extLst>
              </a:tr>
              <a:tr h="3708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i="0" u="none" strike="noStrike" cap="none" baseline="0" dirty="0">
                          <a:solidFill>
                            <a:schemeClr val="tx1"/>
                          </a:solidFill>
                          <a:latin typeface="+mn-lt"/>
                          <a:ea typeface="+mn-ea"/>
                          <a:cs typeface="+mn-cs"/>
                          <a:sym typeface="Arial"/>
                        </a:rPr>
                        <a:t>USBD05</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3102962"/>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USBD10</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8989459"/>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USBD15</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9061"/>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USBD16</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2301020"/>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USEI01</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7636612"/>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USEI02</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82771"/>
                  </a:ext>
                </a:extLst>
              </a:tr>
            </a:tbl>
          </a:graphicData>
        </a:graphic>
      </p:graphicFrame>
    </p:spTree>
    <p:extLst>
      <p:ext uri="{BB962C8B-B14F-4D97-AF65-F5344CB8AC3E}">
        <p14:creationId xmlns:p14="http://schemas.microsoft.com/office/powerpoint/2010/main" val="4173375763"/>
      </p:ext>
    </p:extLst>
  </p:cSld>
  <p:clrMapOvr>
    <a:masterClrMapping/>
  </p:clrMapOvr>
  <p:transition spd="med">
    <p:fade/>
  </p:transition>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4371F-1E95-B0E6-661A-40A8519BCB87}"/>
            </a:ext>
          </a:extLst>
        </p:cNvPr>
        <p:cNvGrpSpPr/>
        <p:nvPr/>
      </p:nvGrpSpPr>
      <p:grpSpPr>
        <a:xfrm>
          <a:off x="0" y="0"/>
          <a:ext cx="0" cy="0"/>
          <a:chOff x="0" y="0"/>
          <a:chExt cx="0" cy="0"/>
        </a:xfrm>
      </p:grpSpPr>
      <p:sp>
        <p:nvSpPr>
          <p:cNvPr id="5" name="Título 4">
            <a:extLst>
              <a:ext uri="{FF2B5EF4-FFF2-40B4-BE49-F238E27FC236}">
                <a16:creationId xmlns:a16="http://schemas.microsoft.com/office/drawing/2014/main" id="{8F464B64-0B5F-2F83-0B47-86447C85A57F}"/>
              </a:ext>
            </a:extLst>
          </p:cNvPr>
          <p:cNvSpPr>
            <a:spLocks noGrp="1"/>
          </p:cNvSpPr>
          <p:nvPr>
            <p:ph type="title"/>
          </p:nvPr>
        </p:nvSpPr>
        <p:spPr>
          <a:xfrm>
            <a:off x="414000" y="1000108"/>
            <a:ext cx="9219520" cy="571504"/>
          </a:xfrm>
        </p:spPr>
        <p:txBody>
          <a:bodyPr/>
          <a:lstStyle/>
          <a:p>
            <a:r>
              <a:rPr lang="en-US" sz="3200" cap="none" dirty="0">
                <a:solidFill>
                  <a:schemeClr val="tx1"/>
                </a:solidFill>
              </a:rPr>
              <a:t>Sprint 1 planning</a:t>
            </a:r>
          </a:p>
        </p:txBody>
      </p:sp>
      <p:graphicFrame>
        <p:nvGraphicFramePr>
          <p:cNvPr id="2" name="Tabela 2">
            <a:extLst>
              <a:ext uri="{FF2B5EF4-FFF2-40B4-BE49-F238E27FC236}">
                <a16:creationId xmlns:a16="http://schemas.microsoft.com/office/drawing/2014/main" id="{6A5BC900-2C4B-8680-6057-EA658FED85D0}"/>
              </a:ext>
            </a:extLst>
          </p:cNvPr>
          <p:cNvGraphicFramePr>
            <a:graphicFrameLocks noGrp="1"/>
          </p:cNvGraphicFramePr>
          <p:nvPr>
            <p:extLst>
              <p:ext uri="{D42A27DB-BD31-4B8C-83A1-F6EECF244321}">
                <p14:modId xmlns:p14="http://schemas.microsoft.com/office/powerpoint/2010/main" val="900070341"/>
              </p:ext>
            </p:extLst>
          </p:nvPr>
        </p:nvGraphicFramePr>
        <p:xfrm>
          <a:off x="414000" y="1673805"/>
          <a:ext cx="9008401" cy="4592307"/>
        </p:xfrm>
        <a:graphic>
          <a:graphicData uri="http://schemas.openxmlformats.org/drawingml/2006/table">
            <a:tbl>
              <a:tblPr firstRow="1" bandRow="1">
                <a:tableStyleId>{912C8C85-51F0-491E-9774-3900AFEF0FD7}</a:tableStyleId>
              </a:tblPr>
              <a:tblGrid>
                <a:gridCol w="1568670">
                  <a:extLst>
                    <a:ext uri="{9D8B030D-6E8A-4147-A177-3AD203B41FA5}">
                      <a16:colId xmlns:a16="http://schemas.microsoft.com/office/drawing/2014/main" val="3798560086"/>
                    </a:ext>
                  </a:extLst>
                </a:gridCol>
                <a:gridCol w="1529457">
                  <a:extLst>
                    <a:ext uri="{9D8B030D-6E8A-4147-A177-3AD203B41FA5}">
                      <a16:colId xmlns:a16="http://schemas.microsoft.com/office/drawing/2014/main" val="477562216"/>
                    </a:ext>
                  </a:extLst>
                </a:gridCol>
                <a:gridCol w="792931">
                  <a:extLst>
                    <a:ext uri="{9D8B030D-6E8A-4147-A177-3AD203B41FA5}">
                      <a16:colId xmlns:a16="http://schemas.microsoft.com/office/drawing/2014/main" val="1777303491"/>
                    </a:ext>
                  </a:extLst>
                </a:gridCol>
                <a:gridCol w="1194399">
                  <a:extLst>
                    <a:ext uri="{9D8B030D-6E8A-4147-A177-3AD203B41FA5}">
                      <a16:colId xmlns:a16="http://schemas.microsoft.com/office/drawing/2014/main" val="2634392098"/>
                    </a:ext>
                  </a:extLst>
                </a:gridCol>
                <a:gridCol w="1405178">
                  <a:extLst>
                    <a:ext uri="{9D8B030D-6E8A-4147-A177-3AD203B41FA5}">
                      <a16:colId xmlns:a16="http://schemas.microsoft.com/office/drawing/2014/main" val="4052991344"/>
                    </a:ext>
                  </a:extLst>
                </a:gridCol>
                <a:gridCol w="1258883">
                  <a:extLst>
                    <a:ext uri="{9D8B030D-6E8A-4147-A177-3AD203B41FA5}">
                      <a16:colId xmlns:a16="http://schemas.microsoft.com/office/drawing/2014/main" val="3578044204"/>
                    </a:ext>
                  </a:extLst>
                </a:gridCol>
                <a:gridCol w="1258883">
                  <a:extLst>
                    <a:ext uri="{9D8B030D-6E8A-4147-A177-3AD203B41FA5}">
                      <a16:colId xmlns:a16="http://schemas.microsoft.com/office/drawing/2014/main" val="3147570245"/>
                    </a:ext>
                  </a:extLst>
                </a:gridCol>
              </a:tblGrid>
              <a:tr h="370840">
                <a:tc>
                  <a:txBody>
                    <a:bodyPr/>
                    <a:lstStyle/>
                    <a:p>
                      <a:r>
                        <a:rPr lang="en-US" noProof="0" dirty="0"/>
                        <a:t>Assigned User Stories </a:t>
                      </a:r>
                      <a:r>
                        <a:rPr lang="en-US" sz="1200" noProof="0" dirty="0"/>
                        <a:t>(as stated in the project assignment)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err="1"/>
                        <a:t>Commited</a:t>
                      </a:r>
                      <a:r>
                        <a:rPr lang="en-US" noProof="0" dirty="0"/>
                        <a:t>?</a:t>
                      </a:r>
                    </a:p>
                    <a:p>
                      <a:pPr algn="ctr"/>
                      <a:r>
                        <a:rPr lang="en-US" sz="1200" noProof="0" dirty="0"/>
                        <a:t>Yes / No (according to team planning)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Todo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Doing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Testing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a:t>Done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a:t>Blocked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3111211"/>
                  </a:ext>
                </a:extLst>
              </a:tr>
              <a:tr h="370840">
                <a:tc>
                  <a:txBody>
                    <a:bodyPr/>
                    <a:lstStyle/>
                    <a:p>
                      <a:r>
                        <a:rPr lang="pt-PT" sz="1400" b="0" i="0" u="none" strike="noStrike" cap="none" baseline="0" dirty="0">
                          <a:solidFill>
                            <a:schemeClr val="tx1"/>
                          </a:solidFill>
                          <a:latin typeface="+mn-lt"/>
                          <a:ea typeface="+mn-ea"/>
                          <a:cs typeface="+mn-cs"/>
                          <a:sym typeface="Arial"/>
                        </a:rPr>
                        <a:t>USEI03</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314903"/>
                  </a:ext>
                </a:extLst>
              </a:tr>
              <a:tr h="370840">
                <a:tc>
                  <a:txBody>
                    <a:bodyPr/>
                    <a:lstStyle/>
                    <a:p>
                      <a:r>
                        <a:rPr lang="pt-PT" sz="1400" b="0" i="0" u="none" strike="noStrike" cap="none" baseline="0" dirty="0">
                          <a:solidFill>
                            <a:schemeClr val="tx1"/>
                          </a:solidFill>
                          <a:latin typeface="+mn-lt"/>
                          <a:ea typeface="+mn-ea"/>
                          <a:cs typeface="+mn-cs"/>
                          <a:sym typeface="Arial"/>
                        </a:rPr>
                        <a:t>USEI04</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254498"/>
                  </a:ext>
                </a:extLst>
              </a:tr>
              <a:tr h="370839">
                <a:tc>
                  <a:txBody>
                    <a:bodyPr/>
                    <a:lstStyle/>
                    <a:p>
                      <a:pPr lvl="0">
                        <a:buNone/>
                      </a:pPr>
                      <a:r>
                        <a:rPr lang="pt-PT" sz="1400" b="0" i="0" u="none" strike="noStrike" cap="none" baseline="0" dirty="0">
                          <a:solidFill>
                            <a:schemeClr val="tx1"/>
                          </a:solidFill>
                          <a:latin typeface="+mn-lt"/>
                          <a:ea typeface="+mn-ea"/>
                          <a:cs typeface="+mn-cs"/>
                          <a:sym typeface="Arial"/>
                        </a:rPr>
                        <a:t>USEI05</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5709446"/>
                  </a:ext>
                </a:extLst>
              </a:tr>
              <a:tr h="370839">
                <a:tc>
                  <a:txBody>
                    <a:bodyPr/>
                    <a:lstStyle/>
                    <a:p>
                      <a:pPr lvl="0">
                        <a:buNone/>
                      </a:pPr>
                      <a:r>
                        <a:rPr lang="pt-PT" sz="1400" b="0" i="0" u="none" strike="noStrike" cap="none" baseline="0" dirty="0">
                          <a:solidFill>
                            <a:schemeClr val="tx1"/>
                          </a:solidFill>
                          <a:latin typeface="+mn-lt"/>
                          <a:ea typeface="+mn-ea"/>
                          <a:cs typeface="+mn-cs"/>
                          <a:sym typeface="Arial"/>
                        </a:rPr>
                        <a:t>USLP01</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517871"/>
                  </a:ext>
                </a:extLst>
              </a:tr>
              <a:tr h="3708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i="0" u="none" strike="noStrike" cap="none" baseline="0" dirty="0">
                          <a:solidFill>
                            <a:schemeClr val="tx1"/>
                          </a:solidFill>
                          <a:latin typeface="+mn-lt"/>
                          <a:ea typeface="+mn-ea"/>
                          <a:cs typeface="+mn-cs"/>
                          <a:sym typeface="Arial"/>
                        </a:rPr>
                        <a:t>USLP02</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3102962"/>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USLP03</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err="1"/>
                        <a:t>Yes</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8989459"/>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9061"/>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2301020"/>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7636612"/>
                  </a:ext>
                </a:extLst>
              </a:tr>
              <a:tr h="370838">
                <a:tc>
                  <a:txBody>
                    <a:bodyPr/>
                    <a:lstStyle/>
                    <a:p>
                      <a:pPr lvl="0">
                        <a:buNone/>
                      </a:pPr>
                      <a:r>
                        <a:rPr lang="pt-PT" sz="1400" b="0" i="0" u="none" strike="noStrike" cap="none" baseline="0" dirty="0">
                          <a:solidFill>
                            <a:schemeClr val="tx1"/>
                          </a:solidFill>
                          <a:latin typeface="+mn-lt"/>
                          <a:ea typeface="+mn-ea"/>
                          <a:cs typeface="+mn-cs"/>
                          <a:sym typeface="Arial"/>
                        </a:rPr>
                        <a:t>…</a:t>
                      </a: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82771"/>
                  </a:ext>
                </a:extLst>
              </a:tr>
            </a:tbl>
          </a:graphicData>
        </a:graphic>
      </p:graphicFrame>
    </p:spTree>
    <p:extLst>
      <p:ext uri="{BB962C8B-B14F-4D97-AF65-F5344CB8AC3E}">
        <p14:creationId xmlns:p14="http://schemas.microsoft.com/office/powerpoint/2010/main" val="686417825"/>
      </p:ext>
    </p:extLst>
  </p:cSld>
  <p:clrMapOvr>
    <a:masterClrMapping/>
  </p:clrMapOvr>
  <p:transition spd="med">
    <p:fade/>
  </p:transition>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D09C92-6533-459B-B793-05CE76CDCCC0}"/>
              </a:ext>
            </a:extLst>
          </p:cNvPr>
          <p:cNvSpPr>
            <a:spLocks noGrp="1"/>
          </p:cNvSpPr>
          <p:nvPr>
            <p:ph type="title"/>
          </p:nvPr>
        </p:nvSpPr>
        <p:spPr/>
        <p:txBody>
          <a:bodyPr/>
          <a:lstStyle/>
          <a:p>
            <a:r>
              <a:rPr lang="pt-PT" sz="3200" cap="none" dirty="0" err="1">
                <a:solidFill>
                  <a:schemeClr val="tx1"/>
                </a:solidFill>
              </a:rPr>
              <a:t>Work</a:t>
            </a:r>
            <a:r>
              <a:rPr lang="pt-PT" sz="3200" cap="none" dirty="0">
                <a:solidFill>
                  <a:schemeClr val="tx1"/>
                </a:solidFill>
              </a:rPr>
              <a:t> </a:t>
            </a:r>
            <a:r>
              <a:rPr lang="pt-PT" sz="3200" cap="none" dirty="0" err="1">
                <a:solidFill>
                  <a:schemeClr val="tx1"/>
                </a:solidFill>
              </a:rPr>
              <a:t>assigned</a:t>
            </a:r>
            <a:r>
              <a:rPr lang="pt-PT" sz="3200" cap="none" dirty="0">
                <a:solidFill>
                  <a:schemeClr val="tx1"/>
                </a:solidFill>
              </a:rPr>
              <a:t> </a:t>
            </a:r>
            <a:r>
              <a:rPr lang="pt-PT" sz="3200" cap="none" dirty="0" err="1">
                <a:solidFill>
                  <a:schemeClr val="tx1"/>
                </a:solidFill>
              </a:rPr>
              <a:t>by</a:t>
            </a:r>
            <a:r>
              <a:rPr lang="pt-PT" sz="3200" cap="none" dirty="0">
                <a:solidFill>
                  <a:schemeClr val="tx1"/>
                </a:solidFill>
              </a:rPr>
              <a:t> team </a:t>
            </a:r>
            <a:r>
              <a:rPr lang="pt-PT" sz="3200" cap="none" dirty="0" err="1">
                <a:solidFill>
                  <a:schemeClr val="tx1"/>
                </a:solidFill>
              </a:rPr>
              <a:t>member</a:t>
            </a:r>
            <a:endParaRPr lang="pt-PT" sz="3200" cap="none" dirty="0">
              <a:solidFill>
                <a:schemeClr val="tx1"/>
              </a:solidFill>
            </a:endParaRPr>
          </a:p>
        </p:txBody>
      </p:sp>
      <p:graphicFrame>
        <p:nvGraphicFramePr>
          <p:cNvPr id="6" name="Gráfico 5">
            <a:extLst>
              <a:ext uri="{FF2B5EF4-FFF2-40B4-BE49-F238E27FC236}">
                <a16:creationId xmlns:a16="http://schemas.microsoft.com/office/drawing/2014/main" id="{CC0ADD5B-A00D-489E-9390-B75485840C80}"/>
              </a:ext>
            </a:extLst>
          </p:cNvPr>
          <p:cNvGraphicFramePr/>
          <p:nvPr>
            <p:extLst>
              <p:ext uri="{D42A27DB-BD31-4B8C-83A1-F6EECF244321}">
                <p14:modId xmlns:p14="http://schemas.microsoft.com/office/powerpoint/2010/main" val="2167691306"/>
              </p:ext>
            </p:extLst>
          </p:nvPr>
        </p:nvGraphicFramePr>
        <p:xfrm>
          <a:off x="1622630" y="1673805"/>
          <a:ext cx="6604000" cy="4402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42576471"/>
      </p:ext>
    </p:extLst>
  </p:cSld>
  <p:clrMapOvr>
    <a:masterClrMapping/>
  </p:clrMapOvr>
  <p:transition spd="med">
    <p:fade/>
  </p:transition>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D09C92-6533-459B-B793-05CE76CDCCC0}"/>
              </a:ext>
            </a:extLst>
          </p:cNvPr>
          <p:cNvSpPr>
            <a:spLocks noGrp="1"/>
          </p:cNvSpPr>
          <p:nvPr>
            <p:ph type="title"/>
          </p:nvPr>
        </p:nvSpPr>
        <p:spPr/>
        <p:txBody>
          <a:bodyPr/>
          <a:lstStyle/>
          <a:p>
            <a:r>
              <a:rPr lang="pt-PT" sz="3200" cap="none" dirty="0">
                <a:solidFill>
                  <a:schemeClr val="tx1"/>
                </a:solidFill>
              </a:rPr>
              <a:t> </a:t>
            </a:r>
            <a:r>
              <a:rPr lang="pt-PT" sz="3200" cap="none" dirty="0" err="1">
                <a:solidFill>
                  <a:schemeClr val="tx1"/>
                </a:solidFill>
              </a:rPr>
              <a:t>Work</a:t>
            </a:r>
            <a:r>
              <a:rPr lang="pt-PT" sz="3200" cap="none" dirty="0">
                <a:solidFill>
                  <a:schemeClr val="tx1"/>
                </a:solidFill>
              </a:rPr>
              <a:t> </a:t>
            </a:r>
            <a:r>
              <a:rPr lang="pt-PT" sz="3200" cap="none" dirty="0" err="1">
                <a:solidFill>
                  <a:schemeClr val="tx1"/>
                </a:solidFill>
              </a:rPr>
              <a:t>assigned</a:t>
            </a:r>
            <a:r>
              <a:rPr lang="pt-PT" sz="3200" cap="none" dirty="0">
                <a:solidFill>
                  <a:schemeClr val="tx1"/>
                </a:solidFill>
              </a:rPr>
              <a:t> </a:t>
            </a:r>
            <a:r>
              <a:rPr lang="pt-PT" sz="3200" cap="none" dirty="0" err="1">
                <a:solidFill>
                  <a:schemeClr val="tx1"/>
                </a:solidFill>
              </a:rPr>
              <a:t>by</a:t>
            </a:r>
            <a:r>
              <a:rPr lang="pt-PT" sz="3200" cap="none" dirty="0">
                <a:solidFill>
                  <a:schemeClr val="tx1"/>
                </a:solidFill>
              </a:rPr>
              <a:t> </a:t>
            </a:r>
            <a:r>
              <a:rPr lang="pt-PT" sz="3200" cap="none" dirty="0" err="1">
                <a:solidFill>
                  <a:schemeClr val="tx1"/>
                </a:solidFill>
              </a:rPr>
              <a:t>type</a:t>
            </a:r>
            <a:r>
              <a:rPr lang="pt-PT" sz="3200" cap="none" dirty="0">
                <a:solidFill>
                  <a:schemeClr val="tx1"/>
                </a:solidFill>
              </a:rPr>
              <a:t> (componente)</a:t>
            </a:r>
          </a:p>
        </p:txBody>
      </p:sp>
      <p:graphicFrame>
        <p:nvGraphicFramePr>
          <p:cNvPr id="5" name="Gráfico 4">
            <a:extLst>
              <a:ext uri="{FF2B5EF4-FFF2-40B4-BE49-F238E27FC236}">
                <a16:creationId xmlns:a16="http://schemas.microsoft.com/office/drawing/2014/main" id="{90ED7699-5188-411A-AA61-860BAD3DF6D1}"/>
              </a:ext>
            </a:extLst>
          </p:cNvPr>
          <p:cNvGraphicFramePr/>
          <p:nvPr>
            <p:extLst>
              <p:ext uri="{D42A27DB-BD31-4B8C-83A1-F6EECF244321}">
                <p14:modId xmlns:p14="http://schemas.microsoft.com/office/powerpoint/2010/main" val="2960371745"/>
              </p:ext>
            </p:extLst>
          </p:nvPr>
        </p:nvGraphicFramePr>
        <p:xfrm>
          <a:off x="1487615" y="1898830"/>
          <a:ext cx="6604000" cy="4402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06292261"/>
      </p:ext>
    </p:extLst>
  </p:cSld>
  <p:clrMapOvr>
    <a:masterClrMapping/>
  </p:clrMapOvr>
  <p:transition spd="med">
    <p:fade/>
  </p:transition>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DB96577C-34ED-48A2-A7FD-C6822D87959C}"/>
              </a:ext>
            </a:extLst>
          </p:cNvPr>
          <p:cNvSpPr>
            <a:spLocks noGrp="1"/>
          </p:cNvSpPr>
          <p:nvPr>
            <p:ph type="title"/>
          </p:nvPr>
        </p:nvSpPr>
        <p:spPr/>
        <p:txBody>
          <a:bodyPr/>
          <a:lstStyle/>
          <a:p>
            <a:r>
              <a:rPr lang="en-US" sz="3200" cap="none" dirty="0">
                <a:solidFill>
                  <a:schemeClr val="tx1"/>
                </a:solidFill>
              </a:rPr>
              <a:t>Issues / Assumptions / unanswered questions</a:t>
            </a:r>
            <a:endParaRPr lang="en-US" sz="3200" cap="none" dirty="0"/>
          </a:p>
        </p:txBody>
      </p:sp>
      <p:graphicFrame>
        <p:nvGraphicFramePr>
          <p:cNvPr id="3" name="Tabela 2">
            <a:extLst>
              <a:ext uri="{FF2B5EF4-FFF2-40B4-BE49-F238E27FC236}">
                <a16:creationId xmlns:a16="http://schemas.microsoft.com/office/drawing/2014/main" id="{2765780B-B941-BB03-F491-AFEFC4822F45}"/>
              </a:ext>
            </a:extLst>
          </p:cNvPr>
          <p:cNvGraphicFramePr>
            <a:graphicFrameLocks noGrp="1"/>
          </p:cNvGraphicFramePr>
          <p:nvPr>
            <p:extLst>
              <p:ext uri="{D42A27DB-BD31-4B8C-83A1-F6EECF244321}">
                <p14:modId xmlns:p14="http://schemas.microsoft.com/office/powerpoint/2010/main" val="4004633876"/>
              </p:ext>
            </p:extLst>
          </p:nvPr>
        </p:nvGraphicFramePr>
        <p:xfrm>
          <a:off x="414000" y="1673805"/>
          <a:ext cx="9129510" cy="4399015"/>
        </p:xfrm>
        <a:graphic>
          <a:graphicData uri="http://schemas.openxmlformats.org/drawingml/2006/table">
            <a:tbl>
              <a:tblPr firstRow="1" bandRow="1">
                <a:tableStyleId>{912C8C85-51F0-491E-9774-3900AFEF0FD7}</a:tableStyleId>
              </a:tblPr>
              <a:tblGrid>
                <a:gridCol w="3908930">
                  <a:extLst>
                    <a:ext uri="{9D8B030D-6E8A-4147-A177-3AD203B41FA5}">
                      <a16:colId xmlns:a16="http://schemas.microsoft.com/office/drawing/2014/main" val="3798560086"/>
                    </a:ext>
                  </a:extLst>
                </a:gridCol>
                <a:gridCol w="1800200">
                  <a:extLst>
                    <a:ext uri="{9D8B030D-6E8A-4147-A177-3AD203B41FA5}">
                      <a16:colId xmlns:a16="http://schemas.microsoft.com/office/drawing/2014/main" val="477562216"/>
                    </a:ext>
                  </a:extLst>
                </a:gridCol>
                <a:gridCol w="1530170">
                  <a:extLst>
                    <a:ext uri="{9D8B030D-6E8A-4147-A177-3AD203B41FA5}">
                      <a16:colId xmlns:a16="http://schemas.microsoft.com/office/drawing/2014/main" val="1777303491"/>
                    </a:ext>
                  </a:extLst>
                </a:gridCol>
                <a:gridCol w="1890210">
                  <a:extLst>
                    <a:ext uri="{9D8B030D-6E8A-4147-A177-3AD203B41FA5}">
                      <a16:colId xmlns:a16="http://schemas.microsoft.com/office/drawing/2014/main" val="2634392098"/>
                    </a:ext>
                  </a:extLst>
                </a:gridCol>
              </a:tblGrid>
              <a:tr h="630070">
                <a:tc>
                  <a:txBody>
                    <a:bodyPr/>
                    <a:lstStyle/>
                    <a:p>
                      <a:r>
                        <a:rPr lang="en-US" sz="1200" noProof="0" dirty="0"/>
                        <a:t>Description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200" noProof="0" dirty="0"/>
                        <a:t>Responsible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a:t>Date / sprint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noProof="0" dirty="0"/>
                        <a:t>Related issue / </a:t>
                      </a:r>
                    </a:p>
                    <a:p>
                      <a:pPr algn="ctr"/>
                      <a:r>
                        <a:rPr lang="en-US" noProof="0" dirty="0"/>
                        <a:t>item in Git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3111211"/>
                  </a:ext>
                </a:extLst>
              </a:tr>
              <a:tr h="934305">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314903"/>
                  </a:ext>
                </a:extLst>
              </a:tr>
              <a:tr h="370840">
                <a:tc>
                  <a:txBody>
                    <a:bodyPr/>
                    <a:lstStyle/>
                    <a:p>
                      <a:endParaRPr lang="pt-PT" dirty="0"/>
                    </a:p>
                    <a:p>
                      <a:endParaRPr lang="pt-PT" dirty="0"/>
                    </a:p>
                    <a:p>
                      <a:endParaRPr lang="pt-PT" dirty="0"/>
                    </a:p>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254498"/>
                  </a:ext>
                </a:extLst>
              </a:tr>
              <a:tr h="370839">
                <a:tc>
                  <a:txBody>
                    <a:bodyPr/>
                    <a:lstStyle/>
                    <a:p>
                      <a:pPr lvl="0">
                        <a:buNone/>
                      </a:pPr>
                      <a:endParaRPr lang="pt-PT" dirty="0"/>
                    </a:p>
                    <a:p>
                      <a:pPr lvl="0">
                        <a:buNone/>
                      </a:pPr>
                      <a:endParaRPr lang="pt-PT" dirty="0"/>
                    </a:p>
                    <a:p>
                      <a:pPr lvl="0">
                        <a:buNone/>
                      </a:pPr>
                      <a:endParaRPr lang="pt-PT" dirty="0"/>
                    </a:p>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5709446"/>
                  </a:ext>
                </a:extLst>
              </a:tr>
              <a:tr h="370839">
                <a:tc>
                  <a:txBody>
                    <a:bodyPr/>
                    <a:lstStyle/>
                    <a:p>
                      <a:pPr lvl="0">
                        <a:buNone/>
                      </a:pPr>
                      <a:endParaRPr lang="pt-PT" dirty="0"/>
                    </a:p>
                    <a:p>
                      <a:pPr lvl="0">
                        <a:buNone/>
                      </a:pPr>
                      <a:endParaRPr lang="pt-PT" dirty="0"/>
                    </a:p>
                    <a:p>
                      <a:pPr lvl="0">
                        <a:buNone/>
                      </a:pPr>
                      <a:endParaRPr lang="pt-PT" dirty="0"/>
                    </a:p>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buNone/>
                      </a:pPr>
                      <a:endParaRPr lang="pt-PT"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517871"/>
                  </a:ext>
                </a:extLst>
              </a:tr>
            </a:tbl>
          </a:graphicData>
        </a:graphic>
      </p:graphicFrame>
    </p:spTree>
    <p:extLst>
      <p:ext uri="{BB962C8B-B14F-4D97-AF65-F5344CB8AC3E}">
        <p14:creationId xmlns:p14="http://schemas.microsoft.com/office/powerpoint/2010/main" val="3745336153"/>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29E7-3FFD-D203-2288-6373118FC011}"/>
            </a:ext>
          </a:extLst>
        </p:cNvPr>
        <p:cNvGrpSpPr/>
        <p:nvPr/>
      </p:nvGrpSpPr>
      <p:grpSpPr>
        <a:xfrm>
          <a:off x="0" y="0"/>
          <a:ext cx="0" cy="0"/>
          <a:chOff x="0" y="0"/>
          <a:chExt cx="0" cy="0"/>
        </a:xfrm>
      </p:grpSpPr>
      <p:sp>
        <p:nvSpPr>
          <p:cNvPr id="5" name="Título 4">
            <a:extLst>
              <a:ext uri="{FF2B5EF4-FFF2-40B4-BE49-F238E27FC236}">
                <a16:creationId xmlns:a16="http://schemas.microsoft.com/office/drawing/2014/main" id="{94485DCF-CD7D-9487-0175-274A08E056DE}"/>
              </a:ext>
            </a:extLst>
          </p:cNvPr>
          <p:cNvSpPr>
            <a:spLocks noGrp="1"/>
          </p:cNvSpPr>
          <p:nvPr>
            <p:ph type="title"/>
          </p:nvPr>
        </p:nvSpPr>
        <p:spPr/>
        <p:txBody>
          <a:bodyPr/>
          <a:lstStyle/>
          <a:p>
            <a:r>
              <a:rPr lang="en-US" sz="3200" cap="none" dirty="0">
                <a:solidFill>
                  <a:schemeClr val="tx1"/>
                </a:solidFill>
              </a:rPr>
              <a:t>Daily Meetings</a:t>
            </a:r>
            <a:endParaRPr lang="en-US" sz="3200" cap="none" dirty="0"/>
          </a:p>
        </p:txBody>
      </p:sp>
      <p:sp>
        <p:nvSpPr>
          <p:cNvPr id="2" name="Título 4">
            <a:extLst>
              <a:ext uri="{FF2B5EF4-FFF2-40B4-BE49-F238E27FC236}">
                <a16:creationId xmlns:a16="http://schemas.microsoft.com/office/drawing/2014/main" id="{6298545B-B353-4200-A812-3BB5E336033D}"/>
              </a:ext>
            </a:extLst>
          </p:cNvPr>
          <p:cNvSpPr txBox="1">
            <a:spLocks/>
          </p:cNvSpPr>
          <p:nvPr/>
        </p:nvSpPr>
        <p:spPr>
          <a:xfrm>
            <a:off x="431400" y="1571611"/>
            <a:ext cx="9043200" cy="4692704"/>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lang="en-US" sz="2000" b="0" kern="0" dirty="0">
              <a:solidFill>
                <a:schemeClr val="tx1"/>
              </a:solidFill>
            </a:endParaRPr>
          </a:p>
        </p:txBody>
      </p:sp>
      <p:graphicFrame>
        <p:nvGraphicFramePr>
          <p:cNvPr id="3" name="Tabela 2">
            <a:extLst>
              <a:ext uri="{FF2B5EF4-FFF2-40B4-BE49-F238E27FC236}">
                <a16:creationId xmlns:a16="http://schemas.microsoft.com/office/drawing/2014/main" id="{9A760796-9F6B-C0FD-165B-0762CD07EBDE}"/>
              </a:ext>
            </a:extLst>
          </p:cNvPr>
          <p:cNvGraphicFramePr>
            <a:graphicFrameLocks noGrp="1"/>
          </p:cNvGraphicFramePr>
          <p:nvPr>
            <p:extLst>
              <p:ext uri="{D42A27DB-BD31-4B8C-83A1-F6EECF244321}">
                <p14:modId xmlns:p14="http://schemas.microsoft.com/office/powerpoint/2010/main" val="2603797491"/>
              </p:ext>
            </p:extLst>
          </p:nvPr>
        </p:nvGraphicFramePr>
        <p:xfrm>
          <a:off x="414000" y="1673805"/>
          <a:ext cx="9060599" cy="4692710"/>
        </p:xfrm>
        <a:graphic>
          <a:graphicData uri="http://schemas.openxmlformats.org/drawingml/2006/table">
            <a:tbl>
              <a:tblPr firstRow="1" bandRow="1">
                <a:tableStyleId>{912C8C85-51F0-491E-9774-3900AFEF0FD7}</a:tableStyleId>
              </a:tblPr>
              <a:tblGrid>
                <a:gridCol w="1939398">
                  <a:extLst>
                    <a:ext uri="{9D8B030D-6E8A-4147-A177-3AD203B41FA5}">
                      <a16:colId xmlns:a16="http://schemas.microsoft.com/office/drawing/2014/main" val="3798560086"/>
                    </a:ext>
                  </a:extLst>
                </a:gridCol>
                <a:gridCol w="1793108">
                  <a:extLst>
                    <a:ext uri="{9D8B030D-6E8A-4147-A177-3AD203B41FA5}">
                      <a16:colId xmlns:a16="http://schemas.microsoft.com/office/drawing/2014/main" val="477562216"/>
                    </a:ext>
                  </a:extLst>
                </a:gridCol>
                <a:gridCol w="1229560">
                  <a:extLst>
                    <a:ext uri="{9D8B030D-6E8A-4147-A177-3AD203B41FA5}">
                      <a16:colId xmlns:a16="http://schemas.microsoft.com/office/drawing/2014/main" val="1777303491"/>
                    </a:ext>
                  </a:extLst>
                </a:gridCol>
                <a:gridCol w="1383255">
                  <a:extLst>
                    <a:ext uri="{9D8B030D-6E8A-4147-A177-3AD203B41FA5}">
                      <a16:colId xmlns:a16="http://schemas.microsoft.com/office/drawing/2014/main" val="4055970072"/>
                    </a:ext>
                  </a:extLst>
                </a:gridCol>
                <a:gridCol w="1332023">
                  <a:extLst>
                    <a:ext uri="{9D8B030D-6E8A-4147-A177-3AD203B41FA5}">
                      <a16:colId xmlns:a16="http://schemas.microsoft.com/office/drawing/2014/main" val="2634392098"/>
                    </a:ext>
                  </a:extLst>
                </a:gridCol>
                <a:gridCol w="1383255">
                  <a:extLst>
                    <a:ext uri="{9D8B030D-6E8A-4147-A177-3AD203B41FA5}">
                      <a16:colId xmlns:a16="http://schemas.microsoft.com/office/drawing/2014/main" val="3954452917"/>
                    </a:ext>
                  </a:extLst>
                </a:gridCol>
              </a:tblGrid>
              <a:tr h="534654">
                <a:tc>
                  <a:txBody>
                    <a:bodyPr/>
                    <a:lstStyle/>
                    <a:p>
                      <a:r>
                        <a:rPr lang="en-US" sz="1200" noProof="0" dirty="0"/>
                        <a:t>Date (of the meeting)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200" noProof="0" dirty="0"/>
                        <a:t>Place / duration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noProof="0" dirty="0"/>
                        <a:t>João</a:t>
                      </a:r>
                    </a:p>
                    <a:p>
                      <a:pPr algn="ctr"/>
                      <a:r>
                        <a:rPr lang="en-US" sz="1400" noProof="0" dirty="0"/>
                        <a:t>Ferreira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noProof="0" dirty="0"/>
                        <a:t>Iva</a:t>
                      </a:r>
                    </a:p>
                    <a:p>
                      <a:pPr algn="ctr"/>
                      <a:r>
                        <a:rPr lang="en-US" sz="1400" noProof="0" dirty="0"/>
                        <a:t>Silva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noProof="0" dirty="0"/>
                        <a:t>Diogo</a:t>
                      </a:r>
                    </a:p>
                    <a:p>
                      <a:pPr algn="ctr"/>
                      <a:r>
                        <a:rPr lang="en-US" sz="1400" noProof="0" dirty="0"/>
                        <a:t>Silva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noProof="0" dirty="0"/>
                        <a:t>Gonçalo</a:t>
                      </a:r>
                    </a:p>
                    <a:p>
                      <a:pPr algn="ctr"/>
                      <a:r>
                        <a:rPr lang="en-US" sz="1400" noProof="0" dirty="0"/>
                        <a:t>Tavares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3111211"/>
                  </a:ext>
                </a:extLst>
              </a:tr>
              <a:tr h="381896">
                <a:tc>
                  <a:txBody>
                    <a:bodyPr/>
                    <a:lstStyle/>
                    <a:p>
                      <a:pPr algn="ctr"/>
                      <a:r>
                        <a:rPr lang="pt-PT" dirty="0"/>
                        <a:t>1/10/2025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PT" dirty="0"/>
                        <a:t>ISEP / 15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314903"/>
                  </a:ext>
                </a:extLst>
              </a:tr>
              <a:tr h="314680">
                <a:tc>
                  <a:txBody>
                    <a:bodyPr/>
                    <a:lstStyle/>
                    <a:p>
                      <a:pPr lvl="0" algn="ctr">
                        <a:buNone/>
                      </a:pPr>
                      <a:r>
                        <a:rPr lang="pt-PT" dirty="0"/>
                        <a:t>3/10/2025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7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517871"/>
                  </a:ext>
                </a:extLst>
              </a:tr>
              <a:tr h="314680">
                <a:tc>
                  <a:txBody>
                    <a:bodyPr/>
                    <a:lstStyle/>
                    <a:p>
                      <a:pPr lvl="0" algn="ctr">
                        <a:buNone/>
                      </a:pPr>
                      <a:r>
                        <a:rPr lang="pt-PT" dirty="0"/>
                        <a:t>6/10/2025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5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1192882"/>
                  </a:ext>
                </a:extLst>
              </a:tr>
              <a:tr h="314680">
                <a:tc>
                  <a:txBody>
                    <a:bodyPr/>
                    <a:lstStyle/>
                    <a:p>
                      <a:pPr lvl="0" algn="ctr">
                        <a:buNone/>
                      </a:pPr>
                      <a:r>
                        <a:rPr lang="pt-PT" dirty="0"/>
                        <a:t>8/10/2025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8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7473310"/>
                  </a:ext>
                </a:extLst>
              </a:tr>
              <a:tr h="314680">
                <a:tc>
                  <a:txBody>
                    <a:bodyPr/>
                    <a:lstStyle/>
                    <a:p>
                      <a:pPr lvl="0" algn="ctr">
                        <a:buNone/>
                      </a:pPr>
                      <a:r>
                        <a:rPr lang="pt-PT" dirty="0"/>
                        <a:t>10/10/2025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10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7756997"/>
                  </a:ext>
                </a:extLst>
              </a:tr>
              <a:tr h="314680">
                <a:tc>
                  <a:txBody>
                    <a:bodyPr/>
                    <a:lstStyle/>
                    <a:p>
                      <a:pPr lvl="0" algn="ctr">
                        <a:buNone/>
                      </a:pPr>
                      <a:r>
                        <a:rPr lang="pt-PT" dirty="0"/>
                        <a:t>13/10/2025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6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4198396"/>
                  </a:ext>
                </a:extLst>
              </a:tr>
              <a:tr h="314680">
                <a:tc>
                  <a:txBody>
                    <a:bodyPr/>
                    <a:lstStyle/>
                    <a:p>
                      <a:pPr lvl="0" algn="ctr">
                        <a:buNone/>
                      </a:pPr>
                      <a:r>
                        <a:rPr lang="pt-PT" dirty="0"/>
                        <a:t>15/10/2025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5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2213997"/>
                  </a:ext>
                </a:extLst>
              </a:tr>
              <a:tr h="314680">
                <a:tc>
                  <a:txBody>
                    <a:bodyPr/>
                    <a:lstStyle/>
                    <a:p>
                      <a:pPr lvl="0" algn="ctr">
                        <a:buNone/>
                      </a:pPr>
                      <a:r>
                        <a:rPr lang="pt-PT" dirty="0"/>
                        <a:t>17/10/2025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8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2893408"/>
                  </a:ext>
                </a:extLst>
              </a:tr>
              <a:tr h="314680">
                <a:tc>
                  <a:txBody>
                    <a:bodyPr/>
                    <a:lstStyle/>
                    <a:p>
                      <a:pPr lvl="0" algn="ctr">
                        <a:buNone/>
                      </a:pPr>
                      <a:r>
                        <a:rPr lang="pt-PT" dirty="0"/>
                        <a:t>20/10/2025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10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411371"/>
                  </a:ext>
                </a:extLst>
              </a:tr>
              <a:tr h="314680">
                <a:tc>
                  <a:txBody>
                    <a:bodyPr/>
                    <a:lstStyle/>
                    <a:p>
                      <a:pPr lvl="0" algn="ctr">
                        <a:buNone/>
                      </a:pPr>
                      <a:r>
                        <a:rPr lang="pt-PT" dirty="0"/>
                        <a:t>21/10/2025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10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607302"/>
                  </a:ext>
                </a:extLst>
              </a:tr>
              <a:tr h="314680">
                <a:tc>
                  <a:txBody>
                    <a:bodyPr/>
                    <a:lstStyle/>
                    <a:p>
                      <a:pPr lvl="0" algn="ctr">
                        <a:buNone/>
                      </a:pPr>
                      <a:r>
                        <a:rPr lang="pt-PT" dirty="0"/>
                        <a:t>22/10/2025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10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6151432"/>
                  </a:ext>
                </a:extLst>
              </a:tr>
              <a:tr h="314680">
                <a:tc>
                  <a:txBody>
                    <a:bodyPr/>
                    <a:lstStyle/>
                    <a:p>
                      <a:pPr lvl="0" algn="ctr">
                        <a:buNone/>
                      </a:pPr>
                      <a:r>
                        <a:rPr lang="pt-PT" dirty="0"/>
                        <a:t>23/10/2025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6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3093167"/>
                  </a:ext>
                </a:extLst>
              </a:tr>
              <a:tr h="314680">
                <a:tc>
                  <a:txBody>
                    <a:bodyPr/>
                    <a:lstStyle/>
                    <a:p>
                      <a:pPr lvl="0" algn="ctr">
                        <a:buNone/>
                      </a:pPr>
                      <a:r>
                        <a:rPr lang="pt-PT" dirty="0"/>
                        <a:t>24/10/2025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ISEP / 10 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buNone/>
                      </a:pPr>
                      <a:r>
                        <a:rPr lang="pt-PT" dirty="0"/>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1859661"/>
                  </a:ext>
                </a:extLst>
              </a:tr>
            </a:tbl>
          </a:graphicData>
        </a:graphic>
      </p:graphicFrame>
    </p:spTree>
    <p:extLst>
      <p:ext uri="{BB962C8B-B14F-4D97-AF65-F5344CB8AC3E}">
        <p14:creationId xmlns:p14="http://schemas.microsoft.com/office/powerpoint/2010/main" val="1272851376"/>
      </p:ext>
    </p:extLst>
  </p:cSld>
  <p:clrMapOvr>
    <a:masterClrMapping/>
  </p:clrMapOvr>
  <p:transition spd="med">
    <p:fade/>
  </p:transition>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CB12B-83CD-A79C-40AB-A4F8FFB78E66}"/>
            </a:ext>
          </a:extLst>
        </p:cNvPr>
        <p:cNvGrpSpPr/>
        <p:nvPr/>
      </p:nvGrpSpPr>
      <p:grpSpPr>
        <a:xfrm>
          <a:off x="0" y="0"/>
          <a:ext cx="0" cy="0"/>
          <a:chOff x="0" y="0"/>
          <a:chExt cx="0" cy="0"/>
        </a:xfrm>
      </p:grpSpPr>
      <p:sp>
        <p:nvSpPr>
          <p:cNvPr id="5" name="Título 4">
            <a:extLst>
              <a:ext uri="{FF2B5EF4-FFF2-40B4-BE49-F238E27FC236}">
                <a16:creationId xmlns:a16="http://schemas.microsoft.com/office/drawing/2014/main" id="{072D3FC9-4165-9BE5-544E-277A081AC66F}"/>
              </a:ext>
            </a:extLst>
          </p:cNvPr>
          <p:cNvSpPr>
            <a:spLocks noGrp="1"/>
          </p:cNvSpPr>
          <p:nvPr>
            <p:ph type="title"/>
          </p:nvPr>
        </p:nvSpPr>
        <p:spPr/>
        <p:txBody>
          <a:bodyPr/>
          <a:lstStyle/>
          <a:p>
            <a:r>
              <a:rPr lang="en-US" sz="3200" dirty="0">
                <a:solidFill>
                  <a:schemeClr val="tx1"/>
                </a:solidFill>
              </a:rPr>
              <a:t>LLM</a:t>
            </a:r>
            <a:r>
              <a:rPr lang="en-US" sz="3200" cap="none" dirty="0">
                <a:solidFill>
                  <a:schemeClr val="tx1"/>
                </a:solidFill>
              </a:rPr>
              <a:t> performance assessment </a:t>
            </a:r>
            <a:r>
              <a:rPr lang="en-US" sz="2800" cap="none" dirty="0">
                <a:solidFill>
                  <a:schemeClr val="tx1"/>
                </a:solidFill>
              </a:rPr>
              <a:t>(use ChatGPT or Copilot)</a:t>
            </a:r>
            <a:endParaRPr lang="en-US" sz="3200" cap="none" dirty="0"/>
          </a:p>
        </p:txBody>
      </p:sp>
      <p:sp>
        <p:nvSpPr>
          <p:cNvPr id="2" name="Título 4">
            <a:extLst>
              <a:ext uri="{FF2B5EF4-FFF2-40B4-BE49-F238E27FC236}">
                <a16:creationId xmlns:a16="http://schemas.microsoft.com/office/drawing/2014/main" id="{7856DF50-9E5E-4610-FEB2-C4A38022FCFD}"/>
              </a:ext>
            </a:extLst>
          </p:cNvPr>
          <p:cNvSpPr txBox="1">
            <a:spLocks/>
          </p:cNvSpPr>
          <p:nvPr/>
        </p:nvSpPr>
        <p:spPr>
          <a:xfrm>
            <a:off x="431400" y="1571611"/>
            <a:ext cx="9043200" cy="4763988"/>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2000" b="0" kern="0" dirty="0">
                <a:solidFill>
                  <a:schemeClr val="tx1"/>
                </a:solidFill>
              </a:rPr>
              <a:t>Source file (attach the file you have used):  </a:t>
            </a:r>
          </a:p>
          <a:p>
            <a:endParaRPr lang="en-US" sz="2000" b="0" kern="0" dirty="0">
              <a:solidFill>
                <a:schemeClr val="tx1"/>
              </a:solidFill>
            </a:endParaRPr>
          </a:p>
          <a:p>
            <a:endParaRPr lang="en-US" sz="2000" b="0" kern="0" dirty="0">
              <a:solidFill>
                <a:schemeClr val="tx1"/>
              </a:solidFill>
            </a:endParaRPr>
          </a:p>
          <a:p>
            <a:r>
              <a:rPr lang="en-US" sz="2000" b="0" kern="0" dirty="0">
                <a:solidFill>
                  <a:schemeClr val="tx1"/>
                </a:solidFill>
              </a:rPr>
              <a:t>Input (write down the prompt you used to ask for the performance assessment):</a:t>
            </a:r>
          </a:p>
          <a:p>
            <a:endParaRPr lang="en-US" sz="2000" b="0" kern="0" dirty="0">
              <a:solidFill>
                <a:schemeClr val="tx1"/>
              </a:solidFill>
            </a:endParaRPr>
          </a:p>
          <a:p>
            <a:pPr algn="just"/>
            <a:r>
              <a:rPr lang="en-US" sz="2000" b="0" kern="0" dirty="0">
                <a:solidFill>
                  <a:schemeClr val="tx1"/>
                </a:solidFill>
              </a:rPr>
              <a:t>We are a group of people working on a project for our university, named Integrative Project, using Scrum as a work methodology . We are now filling the sprint review, with one of the requirements being an LLM assessing our work from 0-5. I'll sent you a word file which contains data of all the daily meetings we had during the sprint, with information about what each member did, what are their thoughts on the team, and other important information. Also, we would like you to give us 1 or 2 short phrases for each member of the group, where you can say what we did right and in which areas we can improve. Keep the answer straight to the point.</a:t>
            </a:r>
          </a:p>
        </p:txBody>
      </p:sp>
      <p:graphicFrame>
        <p:nvGraphicFramePr>
          <p:cNvPr id="9" name="Objeto 8">
            <a:extLst>
              <a:ext uri="{FF2B5EF4-FFF2-40B4-BE49-F238E27FC236}">
                <a16:creationId xmlns:a16="http://schemas.microsoft.com/office/drawing/2014/main" id="{7CA8DDA6-155B-FB4F-D0AE-13FBF355D5F8}"/>
              </a:ext>
            </a:extLst>
          </p:cNvPr>
          <p:cNvGraphicFramePr>
            <a:graphicFrameLocks noChangeAspect="1"/>
          </p:cNvGraphicFramePr>
          <p:nvPr>
            <p:extLst>
              <p:ext uri="{D42A27DB-BD31-4B8C-83A1-F6EECF244321}">
                <p14:modId xmlns:p14="http://schemas.microsoft.com/office/powerpoint/2010/main" val="896461639"/>
              </p:ext>
            </p:extLst>
          </p:nvPr>
        </p:nvGraphicFramePr>
        <p:xfrm>
          <a:off x="4935600" y="1590337"/>
          <a:ext cx="914400" cy="792163"/>
        </p:xfrm>
        <a:graphic>
          <a:graphicData uri="http://schemas.openxmlformats.org/presentationml/2006/ole">
            <mc:AlternateContent xmlns:mc="http://schemas.openxmlformats.org/markup-compatibility/2006">
              <mc:Choice xmlns:v="urn:schemas-microsoft-com:vml" Requires="v">
                <p:oleObj name="Document" showAsIcon="1" r:id="rId3" imgW="914400" imgH="792685" progId="Word.Document.12">
                  <p:embed/>
                </p:oleObj>
              </mc:Choice>
              <mc:Fallback>
                <p:oleObj name="Document" showAsIcon="1" r:id="rId3" imgW="914400" imgH="792685" progId="Word.Document.12">
                  <p:embed/>
                  <p:pic>
                    <p:nvPicPr>
                      <p:cNvPr id="9" name="Objeto 8">
                        <a:extLst>
                          <a:ext uri="{FF2B5EF4-FFF2-40B4-BE49-F238E27FC236}">
                            <a16:creationId xmlns:a16="http://schemas.microsoft.com/office/drawing/2014/main" id="{7CA8DDA6-155B-FB4F-D0AE-13FBF355D5F8}"/>
                          </a:ext>
                        </a:extLst>
                      </p:cNvPr>
                      <p:cNvPicPr/>
                      <p:nvPr/>
                    </p:nvPicPr>
                    <p:blipFill>
                      <a:blip r:embed="rId4"/>
                      <a:stretch>
                        <a:fillRect/>
                      </a:stretch>
                    </p:blipFill>
                    <p:spPr>
                      <a:xfrm>
                        <a:off x="4935600" y="1590337"/>
                        <a:ext cx="914400" cy="792163"/>
                      </a:xfrm>
                      <a:prstGeom prst="rect">
                        <a:avLst/>
                      </a:prstGeom>
                    </p:spPr>
                  </p:pic>
                </p:oleObj>
              </mc:Fallback>
            </mc:AlternateContent>
          </a:graphicData>
        </a:graphic>
      </p:graphicFrame>
    </p:spTree>
    <p:extLst>
      <p:ext uri="{BB962C8B-B14F-4D97-AF65-F5344CB8AC3E}">
        <p14:creationId xmlns:p14="http://schemas.microsoft.com/office/powerpoint/2010/main" val="413634187"/>
      </p:ext>
    </p:extLst>
  </p:cSld>
  <p:clrMapOvr>
    <a:masterClrMapping/>
  </p:clrMapOvr>
  <p:transition spd="med">
    <p:fade/>
  </p:transition>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4E430-2642-81CC-FC5F-10469D7682E5}"/>
            </a:ext>
          </a:extLst>
        </p:cNvPr>
        <p:cNvGrpSpPr/>
        <p:nvPr/>
      </p:nvGrpSpPr>
      <p:grpSpPr>
        <a:xfrm>
          <a:off x="0" y="0"/>
          <a:ext cx="0" cy="0"/>
          <a:chOff x="0" y="0"/>
          <a:chExt cx="0" cy="0"/>
        </a:xfrm>
      </p:grpSpPr>
      <p:sp>
        <p:nvSpPr>
          <p:cNvPr id="5" name="Título 4">
            <a:extLst>
              <a:ext uri="{FF2B5EF4-FFF2-40B4-BE49-F238E27FC236}">
                <a16:creationId xmlns:a16="http://schemas.microsoft.com/office/drawing/2014/main" id="{07C477A9-425C-670A-9E07-3A102D29181D}"/>
              </a:ext>
            </a:extLst>
          </p:cNvPr>
          <p:cNvSpPr>
            <a:spLocks noGrp="1"/>
          </p:cNvSpPr>
          <p:nvPr>
            <p:ph type="title"/>
          </p:nvPr>
        </p:nvSpPr>
        <p:spPr/>
        <p:txBody>
          <a:bodyPr/>
          <a:lstStyle/>
          <a:p>
            <a:r>
              <a:rPr lang="en-US" sz="3200" cap="none" dirty="0">
                <a:solidFill>
                  <a:schemeClr val="tx1"/>
                </a:solidFill>
              </a:rPr>
              <a:t>LLM performance assessment - Output</a:t>
            </a:r>
            <a:endParaRPr lang="en-US" sz="3200" cap="none" dirty="0"/>
          </a:p>
        </p:txBody>
      </p:sp>
      <p:sp>
        <p:nvSpPr>
          <p:cNvPr id="2" name="Título 4">
            <a:extLst>
              <a:ext uri="{FF2B5EF4-FFF2-40B4-BE49-F238E27FC236}">
                <a16:creationId xmlns:a16="http://schemas.microsoft.com/office/drawing/2014/main" id="{5B8695FE-2C17-FCC1-CCC4-8717D8F253C2}"/>
              </a:ext>
            </a:extLst>
          </p:cNvPr>
          <p:cNvSpPr txBox="1">
            <a:spLocks/>
          </p:cNvSpPr>
          <p:nvPr/>
        </p:nvSpPr>
        <p:spPr>
          <a:xfrm>
            <a:off x="448800" y="1590337"/>
            <a:ext cx="9043200" cy="4692704"/>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lang="en-US" sz="2000" b="0" kern="0" dirty="0">
              <a:solidFill>
                <a:schemeClr val="tx1"/>
              </a:solidFill>
            </a:endParaRPr>
          </a:p>
        </p:txBody>
      </p:sp>
      <p:sp>
        <p:nvSpPr>
          <p:cNvPr id="3" name="Título 4">
            <a:extLst>
              <a:ext uri="{FF2B5EF4-FFF2-40B4-BE49-F238E27FC236}">
                <a16:creationId xmlns:a16="http://schemas.microsoft.com/office/drawing/2014/main" id="{41914A20-7452-6770-365F-62A72A9E05A5}"/>
              </a:ext>
            </a:extLst>
          </p:cNvPr>
          <p:cNvSpPr txBox="1">
            <a:spLocks/>
          </p:cNvSpPr>
          <p:nvPr/>
        </p:nvSpPr>
        <p:spPr>
          <a:xfrm>
            <a:off x="414000" y="1718810"/>
            <a:ext cx="9043200" cy="4692704"/>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2000" kern="0" dirty="0">
                <a:solidFill>
                  <a:schemeClr val="tx1"/>
                </a:solidFill>
              </a:rPr>
              <a:t>Output file </a:t>
            </a:r>
            <a:r>
              <a:rPr lang="en-US" sz="2000" b="0" kern="0" dirty="0">
                <a:solidFill>
                  <a:schemeClr val="tx1"/>
                </a:solidFill>
              </a:rPr>
              <a:t>(attach the complete file extracted from the A.I. tool): </a:t>
            </a:r>
          </a:p>
          <a:p>
            <a:endParaRPr lang="en-US" sz="2000" b="0" kern="0" dirty="0">
              <a:solidFill>
                <a:schemeClr val="tx1"/>
              </a:solidFill>
            </a:endParaRPr>
          </a:p>
          <a:p>
            <a:endParaRPr lang="en-US" sz="2000" b="0" kern="0" dirty="0">
              <a:solidFill>
                <a:schemeClr val="tx1"/>
              </a:solidFill>
            </a:endParaRPr>
          </a:p>
          <a:p>
            <a:r>
              <a:rPr lang="en-US" sz="2000" kern="0" dirty="0">
                <a:solidFill>
                  <a:schemeClr val="tx1"/>
                </a:solidFill>
              </a:rPr>
              <a:t>Output</a:t>
            </a:r>
            <a:r>
              <a:rPr lang="en-US" sz="2000" b="0" kern="0" dirty="0">
                <a:solidFill>
                  <a:schemeClr val="tx1"/>
                </a:solidFill>
              </a:rPr>
              <a:t> (write one line per team member):</a:t>
            </a:r>
          </a:p>
          <a:p>
            <a:r>
              <a:rPr lang="en-US" sz="2000" kern="0" dirty="0">
                <a:solidFill>
                  <a:schemeClr val="tx1"/>
                </a:solidFill>
              </a:rPr>
              <a:t>João Ferreira</a:t>
            </a:r>
            <a:r>
              <a:rPr lang="en-US" sz="2000" b="0" kern="0" dirty="0">
                <a:solidFill>
                  <a:schemeClr val="tx1"/>
                </a:solidFill>
              </a:rPr>
              <a:t>: Strong leadership and organization throughout the sprint; could improve in anticipating and mitigating blockers earlier.</a:t>
            </a:r>
          </a:p>
          <a:p>
            <a:r>
              <a:rPr lang="en-US" sz="2000" kern="0" dirty="0">
                <a:solidFill>
                  <a:schemeClr val="tx1"/>
                </a:solidFill>
              </a:rPr>
              <a:t>Diogo Silva</a:t>
            </a:r>
            <a:r>
              <a:rPr lang="en-US" sz="2000" b="0" kern="0" dirty="0">
                <a:solidFill>
                  <a:schemeClr val="tx1"/>
                </a:solidFill>
              </a:rPr>
              <a:t>: Reliable and collaborative contributor on database and testing tasks; could focus on earlier validation to minimize refinements.</a:t>
            </a:r>
          </a:p>
          <a:p>
            <a:r>
              <a:rPr lang="en-US" sz="2000" kern="0" dirty="0">
                <a:solidFill>
                  <a:schemeClr val="tx1"/>
                </a:solidFill>
              </a:rPr>
              <a:t>Iva Silva</a:t>
            </a:r>
            <a:r>
              <a:rPr lang="en-US" sz="2000" b="0" kern="0" dirty="0">
                <a:solidFill>
                  <a:schemeClr val="tx1"/>
                </a:solidFill>
              </a:rPr>
              <a:t>: Consistent and effective in delivering assigned user stories; could take more initiative in suggesting process or design improvements.</a:t>
            </a:r>
          </a:p>
          <a:p>
            <a:r>
              <a:rPr lang="en-US" sz="2000" kern="0" dirty="0">
                <a:solidFill>
                  <a:schemeClr val="tx1"/>
                </a:solidFill>
              </a:rPr>
              <a:t>Gonçalo Tavares</a:t>
            </a:r>
            <a:r>
              <a:rPr lang="en-US" sz="2000" b="0" kern="0" dirty="0">
                <a:solidFill>
                  <a:schemeClr val="tx1"/>
                </a:solidFill>
              </a:rPr>
              <a:t>: Supportive and technically solid teammate; could enhance task planning to better handle interdependencies.</a:t>
            </a:r>
          </a:p>
          <a:p>
            <a:endParaRPr lang="en-US" sz="2000" b="0" kern="0" dirty="0">
              <a:solidFill>
                <a:schemeClr val="tx1"/>
              </a:solidFill>
            </a:endParaRPr>
          </a:p>
          <a:p>
            <a:endParaRPr lang="en-US" sz="2000" b="0" kern="0" dirty="0">
              <a:solidFill>
                <a:schemeClr val="tx1"/>
              </a:solidFill>
            </a:endParaRPr>
          </a:p>
          <a:p>
            <a:endParaRPr lang="en-US" sz="2000" b="0" kern="0" dirty="0">
              <a:solidFill>
                <a:schemeClr val="tx1"/>
              </a:solidFill>
            </a:endParaRPr>
          </a:p>
          <a:p>
            <a:r>
              <a:rPr lang="en-US" sz="2000" kern="0" dirty="0">
                <a:solidFill>
                  <a:schemeClr val="tx1"/>
                </a:solidFill>
              </a:rPr>
              <a:t>Team Members’ Opinion about the A.I. output:</a:t>
            </a:r>
          </a:p>
        </p:txBody>
      </p:sp>
      <p:graphicFrame>
        <p:nvGraphicFramePr>
          <p:cNvPr id="4" name="Objeto 3">
            <a:extLst>
              <a:ext uri="{FF2B5EF4-FFF2-40B4-BE49-F238E27FC236}">
                <a16:creationId xmlns:a16="http://schemas.microsoft.com/office/drawing/2014/main" id="{74F754A2-C80B-DE8A-3D46-46E6F686995D}"/>
              </a:ext>
            </a:extLst>
          </p:cNvPr>
          <p:cNvGraphicFramePr>
            <a:graphicFrameLocks noChangeAspect="1"/>
          </p:cNvGraphicFramePr>
          <p:nvPr>
            <p:extLst>
              <p:ext uri="{D42A27DB-BD31-4B8C-83A1-F6EECF244321}">
                <p14:modId xmlns:p14="http://schemas.microsoft.com/office/powerpoint/2010/main" val="836854371"/>
              </p:ext>
            </p:extLst>
          </p:nvPr>
        </p:nvGraphicFramePr>
        <p:xfrm>
          <a:off x="7788315" y="1700084"/>
          <a:ext cx="914400" cy="792163"/>
        </p:xfrm>
        <a:graphic>
          <a:graphicData uri="http://schemas.openxmlformats.org/presentationml/2006/ole">
            <mc:AlternateContent xmlns:mc="http://schemas.openxmlformats.org/markup-compatibility/2006">
              <mc:Choice xmlns:v="urn:schemas-microsoft-com:vml" Requires="v">
                <p:oleObj name="Document" showAsIcon="1" r:id="rId2" imgW="914400" imgH="792685" progId="Word.Document.12">
                  <p:embed/>
                </p:oleObj>
              </mc:Choice>
              <mc:Fallback>
                <p:oleObj name="Document" showAsIcon="1" r:id="rId2" imgW="914400" imgH="792685" progId="Word.Document.12">
                  <p:embed/>
                  <p:pic>
                    <p:nvPicPr>
                      <p:cNvPr id="4" name="Objeto 3">
                        <a:extLst>
                          <a:ext uri="{FF2B5EF4-FFF2-40B4-BE49-F238E27FC236}">
                            <a16:creationId xmlns:a16="http://schemas.microsoft.com/office/drawing/2014/main" id="{74F754A2-C80B-DE8A-3D46-46E6F686995D}"/>
                          </a:ext>
                        </a:extLst>
                      </p:cNvPr>
                      <p:cNvPicPr/>
                      <p:nvPr/>
                    </p:nvPicPr>
                    <p:blipFill>
                      <a:blip r:embed="rId3"/>
                      <a:stretch>
                        <a:fillRect/>
                      </a:stretch>
                    </p:blipFill>
                    <p:spPr>
                      <a:xfrm>
                        <a:off x="7788315" y="1700084"/>
                        <a:ext cx="914400" cy="792163"/>
                      </a:xfrm>
                      <a:prstGeom prst="rect">
                        <a:avLst/>
                      </a:prstGeom>
                    </p:spPr>
                  </p:pic>
                </p:oleObj>
              </mc:Fallback>
            </mc:AlternateContent>
          </a:graphicData>
        </a:graphic>
      </p:graphicFrame>
    </p:spTree>
    <p:extLst>
      <p:ext uri="{BB962C8B-B14F-4D97-AF65-F5344CB8AC3E}">
        <p14:creationId xmlns:p14="http://schemas.microsoft.com/office/powerpoint/2010/main" val="844410042"/>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2A1-72DF-4BA9-759A-1E01E490D690}"/>
            </a:ext>
          </a:extLst>
        </p:cNvPr>
        <p:cNvGrpSpPr/>
        <p:nvPr/>
      </p:nvGrpSpPr>
      <p:grpSpPr>
        <a:xfrm>
          <a:off x="0" y="0"/>
          <a:ext cx="0" cy="0"/>
          <a:chOff x="0" y="0"/>
          <a:chExt cx="0" cy="0"/>
        </a:xfrm>
      </p:grpSpPr>
      <p:sp>
        <p:nvSpPr>
          <p:cNvPr id="5" name="Título 4">
            <a:extLst>
              <a:ext uri="{FF2B5EF4-FFF2-40B4-BE49-F238E27FC236}">
                <a16:creationId xmlns:a16="http://schemas.microsoft.com/office/drawing/2014/main" id="{806A6299-C9E7-8B7A-AF08-5951222574FF}"/>
              </a:ext>
            </a:extLst>
          </p:cNvPr>
          <p:cNvSpPr>
            <a:spLocks noGrp="1"/>
          </p:cNvSpPr>
          <p:nvPr>
            <p:ph type="title"/>
          </p:nvPr>
        </p:nvSpPr>
        <p:spPr/>
        <p:txBody>
          <a:bodyPr/>
          <a:lstStyle/>
          <a:p>
            <a:r>
              <a:rPr lang="en-US" sz="3200" cap="none" dirty="0">
                <a:solidFill>
                  <a:schemeClr val="tx1"/>
                </a:solidFill>
              </a:rPr>
              <a:t>LLM performance assessment - Output</a:t>
            </a:r>
            <a:endParaRPr lang="en-US" sz="3200" cap="none" dirty="0"/>
          </a:p>
        </p:txBody>
      </p:sp>
      <p:sp>
        <p:nvSpPr>
          <p:cNvPr id="2" name="Título 4">
            <a:extLst>
              <a:ext uri="{FF2B5EF4-FFF2-40B4-BE49-F238E27FC236}">
                <a16:creationId xmlns:a16="http://schemas.microsoft.com/office/drawing/2014/main" id="{BA359174-B683-35BD-A45C-36EFB2E79B48}"/>
              </a:ext>
            </a:extLst>
          </p:cNvPr>
          <p:cNvSpPr txBox="1">
            <a:spLocks/>
          </p:cNvSpPr>
          <p:nvPr/>
        </p:nvSpPr>
        <p:spPr>
          <a:xfrm>
            <a:off x="448800" y="1590337"/>
            <a:ext cx="9043200" cy="4692704"/>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lang="en-US" sz="2000" b="0" kern="0" dirty="0">
              <a:solidFill>
                <a:schemeClr val="tx1"/>
              </a:solidFill>
            </a:endParaRPr>
          </a:p>
        </p:txBody>
      </p:sp>
      <p:sp>
        <p:nvSpPr>
          <p:cNvPr id="3" name="Título 4">
            <a:extLst>
              <a:ext uri="{FF2B5EF4-FFF2-40B4-BE49-F238E27FC236}">
                <a16:creationId xmlns:a16="http://schemas.microsoft.com/office/drawing/2014/main" id="{0DC48C58-A5E3-2016-61CE-1F4FEACFB258}"/>
              </a:ext>
            </a:extLst>
          </p:cNvPr>
          <p:cNvSpPr txBox="1">
            <a:spLocks/>
          </p:cNvSpPr>
          <p:nvPr/>
        </p:nvSpPr>
        <p:spPr>
          <a:xfrm>
            <a:off x="414000" y="1718810"/>
            <a:ext cx="9043200" cy="4692704"/>
          </a:xfrm>
          <a:prstGeom prst="rect">
            <a:avLst/>
          </a:prstGeom>
          <a:noFill/>
          <a:ln>
            <a:noFill/>
          </a:ln>
        </p:spPr>
        <p:txBody>
          <a:bodyPr wrap="square" lIns="91425" tIns="91425" rIns="91425" bIns="91425" anchor="t" anchorCtr="0"/>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lt1"/>
              </a:buClr>
              <a:buFont typeface="Calibri"/>
              <a:buNone/>
              <a:defRPr sz="4000" b="1" i="0" u="none" strike="noStrike" cap="none">
                <a:solidFill>
                  <a:schemeClr val="lt1"/>
                </a:solidFill>
                <a:latin typeface="Calibri"/>
                <a:ea typeface="Calibri"/>
                <a:cs typeface="Calibri"/>
                <a:sym typeface="Calibri"/>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2000" kern="0" dirty="0">
                <a:solidFill>
                  <a:schemeClr val="tx1"/>
                </a:solidFill>
              </a:rPr>
              <a:t>Team Members’ Opinion about the A.I. output:</a:t>
            </a:r>
          </a:p>
          <a:p>
            <a:endParaRPr lang="en-US" sz="2000" kern="0" dirty="0">
              <a:solidFill>
                <a:schemeClr val="tx1"/>
              </a:solidFill>
            </a:endParaRPr>
          </a:p>
          <a:p>
            <a:pPr algn="just"/>
            <a:r>
              <a:rPr lang="en-US" sz="2000" b="0" kern="0" dirty="0">
                <a:solidFill>
                  <a:schemeClr val="tx1"/>
                </a:solidFill>
              </a:rPr>
              <a:t>We agree with the evaluation, since it reflects our strong teamwork, communication and consistency throughout the sprint. As the LLM said, we have room to improve in anticipating technical issues and optimizing task dependencies. Overall, we’re satisfied with our performance.</a:t>
            </a:r>
          </a:p>
        </p:txBody>
      </p:sp>
    </p:spTree>
    <p:extLst>
      <p:ext uri="{BB962C8B-B14F-4D97-AF65-F5344CB8AC3E}">
        <p14:creationId xmlns:p14="http://schemas.microsoft.com/office/powerpoint/2010/main" val="91417455"/>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E87CCFBD-63B6-4340-92B3-5E03879F60E8}"/>
              </a:ext>
            </a:extLst>
          </p:cNvPr>
          <p:cNvSpPr>
            <a:spLocks noGrp="1"/>
          </p:cNvSpPr>
          <p:nvPr>
            <p:ph type="title"/>
          </p:nvPr>
        </p:nvSpPr>
        <p:spPr/>
        <p:txBody>
          <a:bodyPr/>
          <a:lstStyle/>
          <a:p>
            <a:r>
              <a:rPr lang="en-US" sz="3200" cap="none" dirty="0">
                <a:solidFill>
                  <a:schemeClr val="tx1"/>
                </a:solidFill>
              </a:rPr>
              <a:t>Sprint Retrospective                        </a:t>
            </a:r>
            <a:r>
              <a:rPr lang="en-US" sz="2800" b="0" cap="none" dirty="0">
                <a:solidFill>
                  <a:schemeClr val="tx1"/>
                </a:solidFill>
              </a:rPr>
              <a:t>Date: 26/10/2025</a:t>
            </a:r>
            <a:endParaRPr lang="en-US" sz="3200" b="0" cap="none" dirty="0">
              <a:solidFill>
                <a:schemeClr val="tx1"/>
              </a:solidFill>
            </a:endParaRPr>
          </a:p>
        </p:txBody>
      </p:sp>
      <p:sp>
        <p:nvSpPr>
          <p:cNvPr id="3" name="Rectangle 2">
            <a:extLst>
              <a:ext uri="{FF2B5EF4-FFF2-40B4-BE49-F238E27FC236}">
                <a16:creationId xmlns:a16="http://schemas.microsoft.com/office/drawing/2014/main" id="{0B46F64C-4411-4F59-B546-FCD8654F7B3C}"/>
              </a:ext>
            </a:extLst>
          </p:cNvPr>
          <p:cNvSpPr/>
          <p:nvPr/>
        </p:nvSpPr>
        <p:spPr>
          <a:xfrm>
            <a:off x="250869" y="1763815"/>
            <a:ext cx="2970330" cy="445066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u="sng" dirty="0">
                <a:solidFill>
                  <a:schemeClr val="tx1"/>
                </a:solidFill>
              </a:rPr>
              <a:t>What went well?</a:t>
            </a:r>
          </a:p>
          <a:p>
            <a:pPr marL="285750" indent="-285750">
              <a:buFont typeface="Arial" panose="020B0604020202020204" pitchFamily="34" charset="0"/>
              <a:buChar char="•"/>
            </a:pPr>
            <a:endParaRPr lang="en-US" sz="1400" dirty="0">
              <a:solidFill>
                <a:schemeClr val="tx1"/>
              </a:solidFill>
            </a:endParaRPr>
          </a:p>
          <a:p>
            <a:pPr marL="285750" indent="-285750">
              <a:buFont typeface="Arial" panose="020B0604020202020204" pitchFamily="34" charset="0"/>
              <a:buChar char="•"/>
            </a:pPr>
            <a:r>
              <a:rPr lang="en-US" sz="1400" dirty="0">
                <a:solidFill>
                  <a:schemeClr val="tx1"/>
                </a:solidFill>
              </a:rPr>
              <a:t>The group chemistry allowed every member to be at its best, which made the project development easier for everyone.</a:t>
            </a:r>
          </a:p>
          <a:p>
            <a:pPr marL="285750" indent="-285750">
              <a:buFont typeface="Arial" panose="020B0604020202020204" pitchFamily="34" charset="0"/>
              <a:buChar char="•"/>
            </a:pPr>
            <a:r>
              <a:rPr lang="en-US" sz="1400" dirty="0">
                <a:solidFill>
                  <a:schemeClr val="tx1"/>
                </a:solidFill>
              </a:rPr>
              <a:t>Every team member was willing to help anyone at any point during the sprint, making so almost no impediments happened during this sprint.</a:t>
            </a:r>
          </a:p>
        </p:txBody>
      </p:sp>
      <p:sp>
        <p:nvSpPr>
          <p:cNvPr id="7" name="Rectangle 6">
            <a:extLst>
              <a:ext uri="{FF2B5EF4-FFF2-40B4-BE49-F238E27FC236}">
                <a16:creationId xmlns:a16="http://schemas.microsoft.com/office/drawing/2014/main" id="{73B9FD58-6876-4E87-998E-ACA36985B86E}"/>
              </a:ext>
            </a:extLst>
          </p:cNvPr>
          <p:cNvSpPr/>
          <p:nvPr/>
        </p:nvSpPr>
        <p:spPr>
          <a:xfrm>
            <a:off x="3480763" y="1763815"/>
            <a:ext cx="2970330" cy="445066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u="sng" dirty="0">
                <a:solidFill>
                  <a:schemeClr val="tx1"/>
                </a:solidFill>
              </a:rPr>
              <a:t>What went wrong?</a:t>
            </a:r>
          </a:p>
          <a:p>
            <a:pPr marL="285750" indent="-285750">
              <a:buFont typeface="Arial" panose="020B0604020202020204" pitchFamily="34" charset="0"/>
              <a:buChar char="•"/>
            </a:pPr>
            <a:endParaRPr lang="en-US" sz="1400" dirty="0">
              <a:solidFill>
                <a:schemeClr val="tx1"/>
              </a:solidFill>
            </a:endParaRPr>
          </a:p>
          <a:p>
            <a:pPr marL="285750" indent="-285750">
              <a:buFont typeface="Arial" panose="020B0604020202020204" pitchFamily="34" charset="0"/>
              <a:buChar char="•"/>
            </a:pPr>
            <a:r>
              <a:rPr lang="en-US" sz="1400" dirty="0">
                <a:solidFill>
                  <a:schemeClr val="tx1"/>
                </a:solidFill>
              </a:rPr>
              <a:t>A misinterpretation of the assessment caused the team to have the necessity of remaking the entirety of the database.</a:t>
            </a:r>
          </a:p>
          <a:p>
            <a:pPr marL="285750" indent="-285750">
              <a:buFont typeface="Arial" panose="020B0604020202020204" pitchFamily="34" charset="0"/>
              <a:buChar char="•"/>
            </a:pPr>
            <a:r>
              <a:rPr lang="en-US" sz="1400" dirty="0">
                <a:solidFill>
                  <a:schemeClr val="tx1"/>
                </a:solidFill>
              </a:rPr>
              <a:t>Some software crashing issues caused some minor delay on the project development.</a:t>
            </a:r>
          </a:p>
        </p:txBody>
      </p:sp>
      <p:sp>
        <p:nvSpPr>
          <p:cNvPr id="8" name="Rectangle 7">
            <a:extLst>
              <a:ext uri="{FF2B5EF4-FFF2-40B4-BE49-F238E27FC236}">
                <a16:creationId xmlns:a16="http://schemas.microsoft.com/office/drawing/2014/main" id="{39B8E455-F8DD-4DEF-9E49-A26421870FC1}"/>
              </a:ext>
            </a:extLst>
          </p:cNvPr>
          <p:cNvSpPr/>
          <p:nvPr/>
        </p:nvSpPr>
        <p:spPr>
          <a:xfrm>
            <a:off x="6710657" y="1763815"/>
            <a:ext cx="2970330" cy="445066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u="sng" dirty="0">
                <a:solidFill>
                  <a:schemeClr val="tx1"/>
                </a:solidFill>
              </a:rPr>
              <a:t>What we learned?</a:t>
            </a:r>
          </a:p>
          <a:p>
            <a:pPr marL="285750" indent="-285750">
              <a:buFont typeface="Arial" panose="020B0604020202020204" pitchFamily="34" charset="0"/>
              <a:buChar char="•"/>
            </a:pPr>
            <a:endParaRPr lang="en-US" sz="1400" dirty="0">
              <a:solidFill>
                <a:schemeClr val="tx1"/>
              </a:solidFill>
            </a:endParaRPr>
          </a:p>
          <a:p>
            <a:pPr marL="285750" indent="-285750">
              <a:buFont typeface="Arial" panose="020B0604020202020204" pitchFamily="34" charset="0"/>
              <a:buChar char="•"/>
            </a:pPr>
            <a:r>
              <a:rPr lang="en-US" sz="1400" dirty="0">
                <a:solidFill>
                  <a:schemeClr val="tx1"/>
                </a:solidFill>
              </a:rPr>
              <a:t>New ways to adapt at things that are out of our control, so we guarantee that everyone’s working.</a:t>
            </a:r>
          </a:p>
          <a:p>
            <a:pPr marL="285750" indent="-285750">
              <a:buFont typeface="Arial" panose="020B0604020202020204" pitchFamily="34" charset="0"/>
              <a:buChar char="•"/>
            </a:pPr>
            <a:r>
              <a:rPr lang="en-US" sz="1400" dirty="0">
                <a:solidFill>
                  <a:schemeClr val="tx1"/>
                </a:solidFill>
              </a:rPr>
              <a:t>We developed as a team, which makes so we go into Sprint 2 being more capable of adapting each of strengths and weaknesses of each team member, so we can get the best result possible.</a:t>
            </a:r>
          </a:p>
        </p:txBody>
      </p:sp>
    </p:spTree>
    <p:extLst>
      <p:ext uri="{BB962C8B-B14F-4D97-AF65-F5344CB8AC3E}">
        <p14:creationId xmlns:p14="http://schemas.microsoft.com/office/powerpoint/2010/main" val="3250254882"/>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60AF2-FD58-E72D-83EF-8D677D3A41E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6416E1C-4950-D71D-123A-F724531983DC}"/>
              </a:ext>
            </a:extLst>
          </p:cNvPr>
          <p:cNvSpPr/>
          <p:nvPr/>
        </p:nvSpPr>
        <p:spPr>
          <a:xfrm>
            <a:off x="317484" y="1718809"/>
            <a:ext cx="9226025" cy="454550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u="sng" dirty="0">
                <a:solidFill>
                  <a:schemeClr val="tx1"/>
                </a:solidFill>
              </a:rPr>
              <a:t>Action items:</a:t>
            </a:r>
          </a:p>
          <a:p>
            <a:pPr marL="285750" indent="-285750">
              <a:buFont typeface="Arial" panose="020B0604020202020204" pitchFamily="34" charset="0"/>
              <a:buChar char="•"/>
            </a:pPr>
            <a:endParaRPr lang="en-US" sz="1400" dirty="0">
              <a:solidFill>
                <a:schemeClr val="tx1"/>
              </a:solidFill>
            </a:endParaRPr>
          </a:p>
          <a:p>
            <a:pPr marL="285750" indent="-285750">
              <a:buFont typeface="Arial" panose="020B0604020202020204" pitchFamily="34" charset="0"/>
              <a:buChar char="•"/>
            </a:pPr>
            <a:endParaRPr lang="en-US" sz="1400" dirty="0">
              <a:solidFill>
                <a:schemeClr val="tx1"/>
              </a:solidFill>
            </a:endParaRPr>
          </a:p>
        </p:txBody>
      </p:sp>
      <p:sp>
        <p:nvSpPr>
          <p:cNvPr id="7" name="Título 4">
            <a:extLst>
              <a:ext uri="{FF2B5EF4-FFF2-40B4-BE49-F238E27FC236}">
                <a16:creationId xmlns:a16="http://schemas.microsoft.com/office/drawing/2014/main" id="{15D1BD0F-42E6-8626-2941-D327B367F339}"/>
              </a:ext>
            </a:extLst>
          </p:cNvPr>
          <p:cNvSpPr>
            <a:spLocks noGrp="1"/>
          </p:cNvSpPr>
          <p:nvPr>
            <p:ph type="title"/>
          </p:nvPr>
        </p:nvSpPr>
        <p:spPr>
          <a:xfrm>
            <a:off x="414000" y="1000108"/>
            <a:ext cx="9043200" cy="571503"/>
          </a:xfrm>
        </p:spPr>
        <p:txBody>
          <a:bodyPr/>
          <a:lstStyle/>
          <a:p>
            <a:r>
              <a:rPr lang="en-US" sz="3200" cap="none" dirty="0">
                <a:solidFill>
                  <a:schemeClr val="tx1"/>
                </a:solidFill>
              </a:rPr>
              <a:t>Sprint Retrospective                        </a:t>
            </a:r>
            <a:r>
              <a:rPr lang="en-US" sz="2800" b="0" cap="none" dirty="0">
                <a:solidFill>
                  <a:schemeClr val="tx1"/>
                </a:solidFill>
              </a:rPr>
              <a:t>Date: </a:t>
            </a:r>
            <a:r>
              <a:rPr lang="en-US" sz="3200" b="0" dirty="0">
                <a:solidFill>
                  <a:schemeClr val="tx1"/>
                </a:solidFill>
              </a:rPr>
              <a:t>26/10/2025</a:t>
            </a:r>
            <a:endParaRPr lang="en-US" sz="3200" b="0" cap="none" dirty="0">
              <a:solidFill>
                <a:schemeClr val="tx1"/>
              </a:solidFill>
            </a:endParaRPr>
          </a:p>
        </p:txBody>
      </p:sp>
    </p:spTree>
    <p:extLst>
      <p:ext uri="{BB962C8B-B14F-4D97-AF65-F5344CB8AC3E}">
        <p14:creationId xmlns:p14="http://schemas.microsoft.com/office/powerpoint/2010/main" val="378947918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E87CCFBD-63B6-4340-92B3-5E03879F60E8}"/>
              </a:ext>
            </a:extLst>
          </p:cNvPr>
          <p:cNvSpPr>
            <a:spLocks noGrp="1"/>
          </p:cNvSpPr>
          <p:nvPr>
            <p:ph type="title"/>
          </p:nvPr>
        </p:nvSpPr>
        <p:spPr/>
        <p:txBody>
          <a:bodyPr/>
          <a:lstStyle/>
          <a:p>
            <a:r>
              <a:rPr lang="en-US" sz="3200" cap="none" dirty="0">
                <a:solidFill>
                  <a:schemeClr val="tx1"/>
                </a:solidFill>
              </a:rPr>
              <a:t>Overall Project performance:</a:t>
            </a:r>
          </a:p>
        </p:txBody>
      </p:sp>
      <p:sp>
        <p:nvSpPr>
          <p:cNvPr id="2" name="Marcador de Posição do Texto 1">
            <a:extLst>
              <a:ext uri="{FF2B5EF4-FFF2-40B4-BE49-F238E27FC236}">
                <a16:creationId xmlns:a16="http://schemas.microsoft.com/office/drawing/2014/main" id="{EEE97808-B786-5C10-6A83-416F88B5C6D2}"/>
              </a:ext>
            </a:extLst>
          </p:cNvPr>
          <p:cNvSpPr>
            <a:spLocks noGrp="1"/>
          </p:cNvSpPr>
          <p:nvPr>
            <p:ph type="body" idx="1"/>
          </p:nvPr>
        </p:nvSpPr>
        <p:spPr/>
        <p:txBody>
          <a:bodyPr/>
          <a:lstStyle/>
          <a:p>
            <a:r>
              <a:rPr lang="en-US" dirty="0">
                <a:solidFill>
                  <a:schemeClr val="tx1"/>
                </a:solidFill>
              </a:rPr>
              <a:t>Comments</a:t>
            </a:r>
            <a:r>
              <a:rPr lang="pt-PT" dirty="0">
                <a:solidFill>
                  <a:schemeClr val="tx1"/>
                </a:solidFill>
              </a:rPr>
              <a:t>: </a:t>
            </a:r>
            <a:r>
              <a:rPr lang="pt-PT" dirty="0" err="1">
                <a:solidFill>
                  <a:schemeClr val="tx1"/>
                </a:solidFill>
              </a:rPr>
              <a:t>None</a:t>
            </a:r>
            <a:r>
              <a:rPr lang="pt-PT" dirty="0">
                <a:solidFill>
                  <a:schemeClr val="tx1"/>
                </a:solidFill>
              </a:rPr>
              <a:t>.</a:t>
            </a:r>
          </a:p>
          <a:p>
            <a:endParaRPr lang="pt-PT" dirty="0">
              <a:solidFill>
                <a:schemeClr val="tx1"/>
              </a:solidFill>
            </a:endParaRPr>
          </a:p>
          <a:p>
            <a:r>
              <a:rPr lang="en-US" dirty="0">
                <a:solidFill>
                  <a:schemeClr val="tx1"/>
                </a:solidFill>
              </a:rPr>
              <a:t>LLM evaluation</a:t>
            </a:r>
            <a:r>
              <a:rPr lang="pt-PT" dirty="0">
                <a:solidFill>
                  <a:schemeClr val="tx1"/>
                </a:solidFill>
              </a:rPr>
              <a:t>: 4</a:t>
            </a:r>
          </a:p>
          <a:p>
            <a:endParaRPr lang="pt-PT" dirty="0">
              <a:solidFill>
                <a:schemeClr val="tx1"/>
              </a:solidFill>
            </a:endParaRPr>
          </a:p>
          <a:p>
            <a:r>
              <a:rPr lang="pt-PT" dirty="0" err="1">
                <a:solidFill>
                  <a:schemeClr val="tx1"/>
                </a:solidFill>
              </a:rPr>
              <a:t>How</a:t>
            </a:r>
            <a:r>
              <a:rPr lang="pt-PT" dirty="0">
                <a:solidFill>
                  <a:schemeClr val="tx1"/>
                </a:solidFill>
              </a:rPr>
              <a:t> do </a:t>
            </a:r>
            <a:r>
              <a:rPr lang="pt-PT" dirty="0" err="1">
                <a:solidFill>
                  <a:schemeClr val="tx1"/>
                </a:solidFill>
              </a:rPr>
              <a:t>you</a:t>
            </a:r>
            <a:r>
              <a:rPr lang="pt-PT" dirty="0">
                <a:solidFill>
                  <a:schemeClr val="tx1"/>
                </a:solidFill>
              </a:rPr>
              <a:t> grade </a:t>
            </a:r>
            <a:r>
              <a:rPr lang="pt-PT" dirty="0" err="1">
                <a:solidFill>
                  <a:schemeClr val="tx1"/>
                </a:solidFill>
              </a:rPr>
              <a:t>your</a:t>
            </a:r>
            <a:r>
              <a:rPr lang="pt-PT" dirty="0">
                <a:solidFill>
                  <a:schemeClr val="tx1"/>
                </a:solidFill>
              </a:rPr>
              <a:t> performance (0-5): 5</a:t>
            </a:r>
          </a:p>
          <a:p>
            <a:r>
              <a:rPr lang="pt-PT" dirty="0" err="1">
                <a:solidFill>
                  <a:schemeClr val="tx1"/>
                </a:solidFill>
              </a:rPr>
              <a:t>How</a:t>
            </a:r>
            <a:r>
              <a:rPr lang="pt-PT" dirty="0">
                <a:solidFill>
                  <a:schemeClr val="tx1"/>
                </a:solidFill>
              </a:rPr>
              <a:t> do </a:t>
            </a:r>
            <a:r>
              <a:rPr lang="pt-PT" dirty="0" err="1">
                <a:solidFill>
                  <a:schemeClr val="tx1"/>
                </a:solidFill>
              </a:rPr>
              <a:t>you</a:t>
            </a:r>
            <a:r>
              <a:rPr lang="pt-PT" dirty="0">
                <a:solidFill>
                  <a:schemeClr val="tx1"/>
                </a:solidFill>
              </a:rPr>
              <a:t> grade </a:t>
            </a:r>
            <a:r>
              <a:rPr lang="pt-PT" dirty="0" err="1">
                <a:solidFill>
                  <a:schemeClr val="tx1"/>
                </a:solidFill>
              </a:rPr>
              <a:t>your</a:t>
            </a:r>
            <a:r>
              <a:rPr lang="pt-PT" dirty="0">
                <a:solidFill>
                  <a:schemeClr val="tx1"/>
                </a:solidFill>
              </a:rPr>
              <a:t> </a:t>
            </a:r>
            <a:r>
              <a:rPr lang="pt-PT" dirty="0" err="1">
                <a:solidFill>
                  <a:schemeClr val="tx1"/>
                </a:solidFill>
              </a:rPr>
              <a:t>results</a:t>
            </a:r>
            <a:r>
              <a:rPr lang="pt-PT" dirty="0">
                <a:solidFill>
                  <a:schemeClr val="tx1"/>
                </a:solidFill>
              </a:rPr>
              <a:t> (0-5</a:t>
            </a:r>
            <a:r>
              <a:rPr lang="pt-PT">
                <a:solidFill>
                  <a:schemeClr val="tx1"/>
                </a:solidFill>
              </a:rPr>
              <a:t>): 4</a:t>
            </a:r>
            <a:endParaRPr lang="pt-PT" dirty="0">
              <a:solidFill>
                <a:schemeClr val="tx1"/>
              </a:solidFill>
            </a:endParaRPr>
          </a:p>
        </p:txBody>
      </p:sp>
      <p:pic>
        <p:nvPicPr>
          <p:cNvPr id="7" name="Imagem 6">
            <a:extLst>
              <a:ext uri="{FF2B5EF4-FFF2-40B4-BE49-F238E27FC236}">
                <a16:creationId xmlns:a16="http://schemas.microsoft.com/office/drawing/2014/main" id="{6417797C-1297-547E-D29B-35BF35D93259}"/>
              </a:ext>
            </a:extLst>
          </p:cNvPr>
          <p:cNvPicPr>
            <a:picLocks noChangeAspect="1"/>
          </p:cNvPicPr>
          <p:nvPr/>
        </p:nvPicPr>
        <p:blipFill>
          <a:blip r:embed="rId2"/>
          <a:stretch>
            <a:fillRect/>
          </a:stretch>
        </p:blipFill>
        <p:spPr>
          <a:xfrm>
            <a:off x="2477725" y="4487949"/>
            <a:ext cx="4500500" cy="1833984"/>
          </a:xfrm>
          <a:prstGeom prst="rect">
            <a:avLst/>
          </a:prstGeom>
        </p:spPr>
      </p:pic>
    </p:spTree>
    <p:extLst>
      <p:ext uri="{BB962C8B-B14F-4D97-AF65-F5344CB8AC3E}">
        <p14:creationId xmlns:p14="http://schemas.microsoft.com/office/powerpoint/2010/main" val="81955380"/>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team work">
            <a:extLst>
              <a:ext uri="{FF2B5EF4-FFF2-40B4-BE49-F238E27FC236}">
                <a16:creationId xmlns:a16="http://schemas.microsoft.com/office/drawing/2014/main" id="{63305713-9999-B782-17EA-DC85021DE33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719"/>
          <a:stretch/>
        </p:blipFill>
        <p:spPr bwMode="auto">
          <a:xfrm>
            <a:off x="0" y="947824"/>
            <a:ext cx="9906000" cy="591017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theme/theme1.xml><?xml version="1.0" encoding="utf-8"?>
<a:theme xmlns:a="http://schemas.openxmlformats.org/drawingml/2006/main" name="1_ISEP">
  <a:themeElements>
    <a:clrScheme name="Laranja-avermelhado">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d04904d-c619-4467-a32f-09812827fd8e">
      <Terms xmlns="http://schemas.microsoft.com/office/infopath/2007/PartnerControls"/>
    </lcf76f155ced4ddcb4097134ff3c332f>
    <TaxCatchAll xmlns="b4fdeaeb-cd21-48a0-91d3-a71b662e0a0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A52B1E44048D8469E872E4EAE2C3404" ma:contentTypeVersion="11" ma:contentTypeDescription="Create a new document." ma:contentTypeScope="" ma:versionID="18c252975d92f01196e9d85a00ffa512">
  <xsd:schema xmlns:xsd="http://www.w3.org/2001/XMLSchema" xmlns:xs="http://www.w3.org/2001/XMLSchema" xmlns:p="http://schemas.microsoft.com/office/2006/metadata/properties" xmlns:ns2="ed04904d-c619-4467-a32f-09812827fd8e" xmlns:ns3="b4fdeaeb-cd21-48a0-91d3-a71b662e0a05" targetNamespace="http://schemas.microsoft.com/office/2006/metadata/properties" ma:root="true" ma:fieldsID="f718ae11af6cc9f6b424d07c4f0a834d" ns2:_="" ns3:_="">
    <xsd:import namespace="ed04904d-c619-4467-a32f-09812827fd8e"/>
    <xsd:import namespace="b4fdeaeb-cd21-48a0-91d3-a71b662e0a0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04904d-c619-4467-a32f-09812827fd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abd39c20-4416-4a86-a41d-df69d8f2de93"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4fdeaeb-cd21-48a0-91d3-a71b662e0a05"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915ae7b-29a8-45ec-b859-842c81a716b0}" ma:internalName="TaxCatchAll" ma:showField="CatchAllData" ma:web="b4fdeaeb-cd21-48a0-91d3-a71b662e0a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984168-AABC-4753-B4EC-59CA9D08839F}">
  <ds:schemaRefs>
    <ds:schemaRef ds:uri="http://schemas.microsoft.com/sharepoint/v3/contenttype/forms"/>
  </ds:schemaRefs>
</ds:datastoreItem>
</file>

<file path=customXml/itemProps2.xml><?xml version="1.0" encoding="utf-8"?>
<ds:datastoreItem xmlns:ds="http://schemas.openxmlformats.org/officeDocument/2006/customXml" ds:itemID="{E9B87164-EF5F-43C8-917E-48B38ACAFD1E}">
  <ds:schemaRefs>
    <ds:schemaRef ds:uri="http://purl.org/dc/dcmitype/"/>
    <ds:schemaRef ds:uri="http://schemas.microsoft.com/office/infopath/2007/PartnerControl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a1e3ca88-8ae5-4fd0-ba37-40ce669fcbb0"/>
    <ds:schemaRef ds:uri="http://www.w3.org/XML/1998/namespace"/>
    <ds:schemaRef ds:uri="ed04904d-c619-4467-a32f-09812827fd8e"/>
    <ds:schemaRef ds:uri="b4fdeaeb-cd21-48a0-91d3-a71b662e0a05"/>
  </ds:schemaRefs>
</ds:datastoreItem>
</file>

<file path=customXml/itemProps3.xml><?xml version="1.0" encoding="utf-8"?>
<ds:datastoreItem xmlns:ds="http://schemas.openxmlformats.org/officeDocument/2006/customXml" ds:itemID="{39A15032-0E44-4145-B204-E342EE6C36B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04904d-c619-4467-a32f-09812827fd8e"/>
    <ds:schemaRef ds:uri="b4fdeaeb-cd21-48a0-91d3-a71b662e0a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5378</TotalTime>
  <Words>940</Words>
  <Application>Microsoft Office PowerPoint</Application>
  <PresentationFormat>Papel A4 (210x297 mm)</PresentationFormat>
  <Paragraphs>250</Paragraphs>
  <Slides>15</Slides>
  <Notes>0</Notes>
  <HiddenSlides>0</HiddenSlides>
  <MMClips>0</MMClips>
  <ScaleCrop>false</ScaleCrop>
  <HeadingPairs>
    <vt:vector size="8" baseType="variant">
      <vt:variant>
        <vt:lpstr>Tipos de letra usados</vt:lpstr>
      </vt:variant>
      <vt:variant>
        <vt:i4>3</vt:i4>
      </vt:variant>
      <vt:variant>
        <vt:lpstr>Tema</vt:lpstr>
      </vt:variant>
      <vt:variant>
        <vt:i4>1</vt:i4>
      </vt:variant>
      <vt:variant>
        <vt:lpstr>Servidores OLE incorporados</vt:lpstr>
      </vt:variant>
      <vt:variant>
        <vt:i4>1</vt:i4>
      </vt:variant>
      <vt:variant>
        <vt:lpstr>Títulos dos diapositivos</vt:lpstr>
      </vt:variant>
      <vt:variant>
        <vt:i4>15</vt:i4>
      </vt:variant>
    </vt:vector>
  </HeadingPairs>
  <TitlesOfParts>
    <vt:vector size="20" baseType="lpstr">
      <vt:lpstr>Arial</vt:lpstr>
      <vt:lpstr>Calibri</vt:lpstr>
      <vt:lpstr>Kozuka Gothic Pro M</vt:lpstr>
      <vt:lpstr>1_ISEP</vt:lpstr>
      <vt:lpstr>Document</vt:lpstr>
      <vt:lpstr>[Logistics On Rails] - SPRINT 1  G091</vt:lpstr>
      <vt:lpstr>Sprint planning – Sprint 1</vt:lpstr>
      <vt:lpstr>Sprint 1 planning</vt:lpstr>
      <vt:lpstr>Sprint 1 planning</vt:lpstr>
      <vt:lpstr>Work assigned by team member</vt:lpstr>
      <vt:lpstr> Work assigned by type (componente)</vt:lpstr>
      <vt:lpstr>Issues / Assumptions / unanswered questions</vt:lpstr>
      <vt:lpstr>Daily Meetings</vt:lpstr>
      <vt:lpstr>LLM performance assessment (use ChatGPT or Copilot)</vt:lpstr>
      <vt:lpstr>LLM performance assessment - Output</vt:lpstr>
      <vt:lpstr>LLM performance assessment - Output</vt:lpstr>
      <vt:lpstr>Sprint Retrospective                        Date: 26/10/2025</vt:lpstr>
      <vt:lpstr>Sprint Retrospective                        Date: 26/10/2025</vt:lpstr>
      <vt:lpstr>Overall Project performance:</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Diapositivo 1</dc:title>
  <dc:creator>FlavioRamos</dc:creator>
  <cp:lastModifiedBy>Diogo Silva</cp:lastModifiedBy>
  <cp:revision>503</cp:revision>
  <dcterms:created xsi:type="dcterms:W3CDTF">2010-10-20T15:48:12Z</dcterms:created>
  <dcterms:modified xsi:type="dcterms:W3CDTF">2025-11-24T12:40:27Z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0x010100BA52B1E44048D8469E872E4EAE2C3404</vt:lpwstr>
  </property>
  <property fmtid="{D5CDD505-2E9C-101B-9397-08002B2CF9AE}" pid="3" name="MediaServiceImageTags">
    <vt:lpwstr/>
  </property>
</Properties>
</file>